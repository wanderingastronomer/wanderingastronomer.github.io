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14"/>
  </p:notesMasterIdLst>
  <p:sldIdLst>
    <p:sldId id="256" r:id="rId2"/>
    <p:sldId id="267" r:id="rId3"/>
    <p:sldId id="266" r:id="rId4"/>
    <p:sldId id="288" r:id="rId5"/>
    <p:sldId id="289" r:id="rId6"/>
    <p:sldId id="290" r:id="rId7"/>
    <p:sldId id="270" r:id="rId8"/>
    <p:sldId id="268" r:id="rId9"/>
    <p:sldId id="269" r:id="rId10"/>
    <p:sldId id="287" r:id="rId11"/>
    <p:sldId id="291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0804C0-85B9-24F0-FC6B-2869093A923B}" name="Ori Sorenson" initials="OS" userId="S::sorens21@email.franklin.edu::f38d60b1-1c6f-4932-b099-10414c2cf2e1" providerId="AD"/>
  <p188:author id="{BE5B14CA-F618-CC24-5884-BEB7D7E94890}" name="Andrew Brown" initials="AB" userId="S::brown166@email.franklin.edu::27339762-4e74-4db6-9f8a-0c71ed7f9f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6D8AA-A892-DADB-CFC1-072D29447EF1}" v="80" dt="2025-09-25T18:31:10.483"/>
    <p1510:client id="{568C4123-D8F9-26EC-D1F4-A561CC331B6A}" v="8" dt="2025-09-25T00:17:25.359"/>
    <p1510:client id="{623D07AD-C8E1-4331-DFE7-87BD6CDA5EA2}" v="2" dt="2025-09-25T01:34:02.689"/>
    <p1510:client id="{6C5FD672-E968-838F-544C-087E053E7866}" v="166" dt="2025-09-25T20:29:08.648"/>
    <p1510:client id="{913C7E38-254B-7641-C815-EF780C2E0F27}" v="9" dt="2025-09-25T00:54:27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rown" userId="S::brown166@email.franklin.edu::27339762-4e74-4db6-9f8a-0c71ed7f9f9a" providerId="AD" clId="Web-{568C4123-D8F9-26EC-D1F4-A561CC331B6A}"/>
    <pc:docChg chg="addSld modSld sldOrd">
      <pc:chgData name="Andrew Brown" userId="S::brown166@email.franklin.edu::27339762-4e74-4db6-9f8a-0c71ed7f9f9a" providerId="AD" clId="Web-{568C4123-D8F9-26EC-D1F4-A561CC331B6A}" dt="2025-09-25T00:17:25.359" v="10" actId="20577"/>
      <pc:docMkLst>
        <pc:docMk/>
      </pc:docMkLst>
      <pc:sldChg chg="addSp delSp modSp add mod ord setClrOvrMap">
        <pc:chgData name="Andrew Brown" userId="S::brown166@email.franklin.edu::27339762-4e74-4db6-9f8a-0c71ed7f9f9a" providerId="AD" clId="Web-{568C4123-D8F9-26EC-D1F4-A561CC331B6A}" dt="2025-09-25T00:17:25.359" v="10" actId="20577"/>
        <pc:sldMkLst>
          <pc:docMk/>
          <pc:sldMk cId="109857222" sldId="256"/>
        </pc:sldMkLst>
        <pc:spChg chg="mod">
          <ac:chgData name="Andrew Brown" userId="S::brown166@email.franklin.edu::27339762-4e74-4db6-9f8a-0c71ed7f9f9a" providerId="AD" clId="Web-{568C4123-D8F9-26EC-D1F4-A561CC331B6A}" dt="2025-09-25T00:17:25.359" v="1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Andrew Brown" userId="S::brown166@email.franklin.edu::27339762-4e74-4db6-9f8a-0c71ed7f9f9a" providerId="AD" clId="Web-{568C4123-D8F9-26EC-D1F4-A561CC331B6A}" dt="2025-09-25T00:17:09.187" v="4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Andrew Brown" userId="S::brown166@email.franklin.edu::27339762-4e74-4db6-9f8a-0c71ed7f9f9a" providerId="AD" clId="Web-{568C4123-D8F9-26EC-D1F4-A561CC331B6A}" dt="2025-09-25T00:17:09.171" v="3"/>
          <ac:spMkLst>
            <pc:docMk/>
            <pc:sldMk cId="109857222" sldId="256"/>
            <ac:spMk id="15" creationId="{18D8845F-30A4-4D73-83CB-ABA691F5A92D}"/>
          </ac:spMkLst>
        </pc:spChg>
        <pc:spChg chg="add del">
          <ac:chgData name="Andrew Brown" userId="S::brown166@email.franklin.edu::27339762-4e74-4db6-9f8a-0c71ed7f9f9a" providerId="AD" clId="Web-{568C4123-D8F9-26EC-D1F4-A561CC331B6A}" dt="2025-09-25T00:17:09.171" v="3"/>
          <ac:spMkLst>
            <pc:docMk/>
            <pc:sldMk cId="109857222" sldId="256"/>
            <ac:spMk id="17" creationId="{1DAC2350-FA6C-4B24-9A17-926C160E8CD9}"/>
          </ac:spMkLst>
        </pc:spChg>
        <pc:spChg chg="add del">
          <ac:chgData name="Andrew Brown" userId="S::brown166@email.franklin.edu::27339762-4e74-4db6-9f8a-0c71ed7f9f9a" providerId="AD" clId="Web-{568C4123-D8F9-26EC-D1F4-A561CC331B6A}" dt="2025-09-25T00:17:09.171" v="3"/>
          <ac:spMkLst>
            <pc:docMk/>
            <pc:sldMk cId="109857222" sldId="256"/>
            <ac:spMk id="19" creationId="{2A637C44-0146-4C54-A1A1-57BC8E6C3C2B}"/>
          </ac:spMkLst>
        </pc:spChg>
        <pc:spChg chg="add del">
          <ac:chgData name="Andrew Brown" userId="S::brown166@email.franklin.edu::27339762-4e74-4db6-9f8a-0c71ed7f9f9a" providerId="AD" clId="Web-{568C4123-D8F9-26EC-D1F4-A561CC331B6A}" dt="2025-09-25T00:17:09.171" v="3"/>
          <ac:spMkLst>
            <pc:docMk/>
            <pc:sldMk cId="109857222" sldId="256"/>
            <ac:spMk id="21" creationId="{6AB310E7-DE5C-4964-8CBB-E87A22B5BD59}"/>
          </ac:spMkLst>
        </pc:spChg>
        <pc:spChg chg="add">
          <ac:chgData name="Andrew Brown" userId="S::brown166@email.franklin.edu::27339762-4e74-4db6-9f8a-0c71ed7f9f9a" providerId="AD" clId="Web-{568C4123-D8F9-26EC-D1F4-A561CC331B6A}" dt="2025-09-25T00:17:09.187" v="4"/>
          <ac:spMkLst>
            <pc:docMk/>
            <pc:sldMk cId="109857222" sldId="256"/>
            <ac:spMk id="29" creationId="{E346D14A-35B6-462B-940E-FB42AD8A38C1}"/>
          </ac:spMkLst>
        </pc:spChg>
        <pc:spChg chg="add">
          <ac:chgData name="Andrew Brown" userId="S::brown166@email.franklin.edu::27339762-4e74-4db6-9f8a-0c71ed7f9f9a" providerId="AD" clId="Web-{568C4123-D8F9-26EC-D1F4-A561CC331B6A}" dt="2025-09-25T00:17:09.187" v="4"/>
          <ac:spMkLst>
            <pc:docMk/>
            <pc:sldMk cId="109857222" sldId="256"/>
            <ac:spMk id="30" creationId="{FC727E0C-AA2A-4BF0-B0C6-94E059D85514}"/>
          </ac:spMkLst>
        </pc:spChg>
        <pc:spChg chg="add">
          <ac:chgData name="Andrew Brown" userId="S::brown166@email.franklin.edu::27339762-4e74-4db6-9f8a-0c71ed7f9f9a" providerId="AD" clId="Web-{568C4123-D8F9-26EC-D1F4-A561CC331B6A}" dt="2025-09-25T00:17:09.187" v="4"/>
          <ac:spMkLst>
            <pc:docMk/>
            <pc:sldMk cId="109857222" sldId="256"/>
            <ac:spMk id="31" creationId="{1F6B2E7B-50A4-474C-A0BF-55323ECDA182}"/>
          </ac:spMkLst>
        </pc:spChg>
        <pc:spChg chg="add">
          <ac:chgData name="Andrew Brown" userId="S::brown166@email.franklin.edu::27339762-4e74-4db6-9f8a-0c71ed7f9f9a" providerId="AD" clId="Web-{568C4123-D8F9-26EC-D1F4-A561CC331B6A}" dt="2025-09-25T00:17:09.187" v="4"/>
          <ac:spMkLst>
            <pc:docMk/>
            <pc:sldMk cId="109857222" sldId="256"/>
            <ac:spMk id="32" creationId="{DAB684CD-1CA6-44AD-B86E-07661B89BAF9}"/>
          </ac:spMkLst>
        </pc:spChg>
        <pc:picChg chg="mod ord">
          <ac:chgData name="Andrew Brown" userId="S::brown166@email.franklin.edu::27339762-4e74-4db6-9f8a-0c71ed7f9f9a" providerId="AD" clId="Web-{568C4123-D8F9-26EC-D1F4-A561CC331B6A}" dt="2025-09-25T00:17:09.171" v="3"/>
          <ac:picMkLst>
            <pc:docMk/>
            <pc:sldMk cId="109857222" sldId="256"/>
            <ac:picMk id="4" creationId="{BCF05910-FFDF-5440-244E-6ECE6D38629E}"/>
          </ac:picMkLst>
        </pc:picChg>
        <pc:picChg chg="mod">
          <ac:chgData name="Andrew Brown" userId="S::brown166@email.franklin.edu::27339762-4e74-4db6-9f8a-0c71ed7f9f9a" providerId="AD" clId="Web-{568C4123-D8F9-26EC-D1F4-A561CC331B6A}" dt="2025-09-25T00:17:09.171" v="3"/>
          <ac:picMkLst>
            <pc:docMk/>
            <pc:sldMk cId="109857222" sldId="256"/>
            <ac:picMk id="10" creationId="{C5130490-8843-F8B3-37A9-875711C0B076}"/>
          </ac:picMkLst>
        </pc:picChg>
        <pc:cxnChg chg="add del">
          <ac:chgData name="Andrew Brown" userId="S::brown166@email.franklin.edu::27339762-4e74-4db6-9f8a-0c71ed7f9f9a" providerId="AD" clId="Web-{568C4123-D8F9-26EC-D1F4-A561CC331B6A}" dt="2025-09-25T00:17:09.171" v="3"/>
          <ac:cxnSpMkLst>
            <pc:docMk/>
            <pc:sldMk cId="109857222" sldId="256"/>
            <ac:cxnSpMk id="23" creationId="{BC6D0BA2-2FCA-496D-A55A-C56A7B3E09D8}"/>
          </ac:cxnSpMkLst>
        </pc:cxnChg>
        <pc:cxnChg chg="add del">
          <ac:chgData name="Andrew Brown" userId="S::brown166@email.franklin.edu::27339762-4e74-4db6-9f8a-0c71ed7f9f9a" providerId="AD" clId="Web-{568C4123-D8F9-26EC-D1F4-A561CC331B6A}" dt="2025-09-25T00:17:09.171" v="3"/>
          <ac:cxnSpMkLst>
            <pc:docMk/>
            <pc:sldMk cId="109857222" sldId="256"/>
            <ac:cxnSpMk id="27" creationId="{B1848EA8-FE52-4762-AE9B-5D1DD4C33621}"/>
          </ac:cxnSpMkLst>
        </pc:cxnChg>
        <pc:cxnChg chg="add">
          <ac:chgData name="Andrew Brown" userId="S::brown166@email.franklin.edu::27339762-4e74-4db6-9f8a-0c71ed7f9f9a" providerId="AD" clId="Web-{568C4123-D8F9-26EC-D1F4-A561CC331B6A}" dt="2025-09-25T00:17:09.187" v="4"/>
          <ac:cxnSpMkLst>
            <pc:docMk/>
            <pc:sldMk cId="109857222" sldId="256"/>
            <ac:cxnSpMk id="33" creationId="{A207C111-4AF5-46E6-9072-33829E27EC17}"/>
          </ac:cxnSpMkLst>
        </pc:cxnChg>
        <pc:cxnChg chg="add">
          <ac:chgData name="Andrew Brown" userId="S::brown166@email.franklin.edu::27339762-4e74-4db6-9f8a-0c71ed7f9f9a" providerId="AD" clId="Web-{568C4123-D8F9-26EC-D1F4-A561CC331B6A}" dt="2025-09-25T00:17:09.187" v="4"/>
          <ac:cxnSpMkLst>
            <pc:docMk/>
            <pc:sldMk cId="109857222" sldId="256"/>
            <ac:cxnSpMk id="34" creationId="{51B42FE6-BEAF-413E-A213-73F20F11FDBF}"/>
          </ac:cxnSpMkLst>
        </pc:cxnChg>
        <pc:cxnChg chg="add">
          <ac:chgData name="Andrew Brown" userId="S::brown166@email.franklin.edu::27339762-4e74-4db6-9f8a-0c71ed7f9f9a" providerId="AD" clId="Web-{568C4123-D8F9-26EC-D1F4-A561CC331B6A}" dt="2025-09-25T00:17:09.187" v="4"/>
          <ac:cxnSpMkLst>
            <pc:docMk/>
            <pc:sldMk cId="109857222" sldId="256"/>
            <ac:cxnSpMk id="35" creationId="{F232A2AC-37C6-4CAC-BAAD-1606F4BB6FF7}"/>
          </ac:cxnSpMkLst>
        </pc:cxnChg>
      </pc:sldChg>
    </pc:docChg>
  </pc:docChgLst>
  <pc:docChgLst>
    <pc:chgData name="Andrew Brown" userId="S::brown166@email.franklin.edu::27339762-4e74-4db6-9f8a-0c71ed7f9f9a" providerId="AD" clId="Web-{913C7E38-254B-7641-C815-EF780C2E0F27}"/>
    <pc:docChg chg="delSld">
      <pc:chgData name="Andrew Brown" userId="S::brown166@email.franklin.edu::27339762-4e74-4db6-9f8a-0c71ed7f9f9a" providerId="AD" clId="Web-{913C7E38-254B-7641-C815-EF780C2E0F27}" dt="2025-09-25T00:54:27.547" v="8"/>
      <pc:docMkLst>
        <pc:docMk/>
      </pc:docMkLst>
      <pc:sldChg chg="del">
        <pc:chgData name="Andrew Brown" userId="S::brown166@email.franklin.edu::27339762-4e74-4db6-9f8a-0c71ed7f9f9a" providerId="AD" clId="Web-{913C7E38-254B-7641-C815-EF780C2E0F27}" dt="2025-09-25T00:54:27.547" v="5"/>
        <pc:sldMkLst>
          <pc:docMk/>
          <pc:sldMk cId="543619150" sldId="274"/>
        </pc:sldMkLst>
      </pc:sldChg>
      <pc:sldChg chg="del">
        <pc:chgData name="Andrew Brown" userId="S::brown166@email.franklin.edu::27339762-4e74-4db6-9f8a-0c71ed7f9f9a" providerId="AD" clId="Web-{913C7E38-254B-7641-C815-EF780C2E0F27}" dt="2025-09-25T00:54:27.547" v="8"/>
        <pc:sldMkLst>
          <pc:docMk/>
          <pc:sldMk cId="316767498" sldId="275"/>
        </pc:sldMkLst>
      </pc:sldChg>
      <pc:sldChg chg="del">
        <pc:chgData name="Andrew Brown" userId="S::brown166@email.franklin.edu::27339762-4e74-4db6-9f8a-0c71ed7f9f9a" providerId="AD" clId="Web-{913C7E38-254B-7641-C815-EF780C2E0F27}" dt="2025-09-25T00:54:27.547" v="7"/>
        <pc:sldMkLst>
          <pc:docMk/>
          <pc:sldMk cId="2343936828" sldId="276"/>
        </pc:sldMkLst>
      </pc:sldChg>
      <pc:sldChg chg="del">
        <pc:chgData name="Andrew Brown" userId="S::brown166@email.franklin.edu::27339762-4e74-4db6-9f8a-0c71ed7f9f9a" providerId="AD" clId="Web-{913C7E38-254B-7641-C815-EF780C2E0F27}" dt="2025-09-25T00:54:27.547" v="6"/>
        <pc:sldMkLst>
          <pc:docMk/>
          <pc:sldMk cId="675566300" sldId="277"/>
        </pc:sldMkLst>
      </pc:sldChg>
      <pc:sldChg chg="del">
        <pc:chgData name="Andrew Brown" userId="S::brown166@email.franklin.edu::27339762-4e74-4db6-9f8a-0c71ed7f9f9a" providerId="AD" clId="Web-{913C7E38-254B-7641-C815-EF780C2E0F27}" dt="2025-09-25T00:54:27.547" v="3"/>
        <pc:sldMkLst>
          <pc:docMk/>
          <pc:sldMk cId="1424887723" sldId="278"/>
        </pc:sldMkLst>
      </pc:sldChg>
      <pc:sldChg chg="del">
        <pc:chgData name="Andrew Brown" userId="S::brown166@email.franklin.edu::27339762-4e74-4db6-9f8a-0c71ed7f9f9a" providerId="AD" clId="Web-{913C7E38-254B-7641-C815-EF780C2E0F27}" dt="2025-09-25T00:54:27.547" v="2"/>
        <pc:sldMkLst>
          <pc:docMk/>
          <pc:sldMk cId="2832107400" sldId="279"/>
        </pc:sldMkLst>
      </pc:sldChg>
      <pc:sldChg chg="del">
        <pc:chgData name="Andrew Brown" userId="S::brown166@email.franklin.edu::27339762-4e74-4db6-9f8a-0c71ed7f9f9a" providerId="AD" clId="Web-{913C7E38-254B-7641-C815-EF780C2E0F27}" dt="2025-09-25T00:54:27.547" v="4"/>
        <pc:sldMkLst>
          <pc:docMk/>
          <pc:sldMk cId="3784842692" sldId="280"/>
        </pc:sldMkLst>
      </pc:sldChg>
      <pc:sldChg chg="del">
        <pc:chgData name="Andrew Brown" userId="S::brown166@email.franklin.edu::27339762-4e74-4db6-9f8a-0c71ed7f9f9a" providerId="AD" clId="Web-{913C7E38-254B-7641-C815-EF780C2E0F27}" dt="2025-09-25T00:54:27.547" v="1"/>
        <pc:sldMkLst>
          <pc:docMk/>
          <pc:sldMk cId="767527686" sldId="281"/>
        </pc:sldMkLst>
      </pc:sldChg>
      <pc:sldChg chg="del">
        <pc:chgData name="Andrew Brown" userId="S::brown166@email.franklin.edu::27339762-4e74-4db6-9f8a-0c71ed7f9f9a" providerId="AD" clId="Web-{913C7E38-254B-7641-C815-EF780C2E0F27}" dt="2025-09-25T00:54:27.531" v="0"/>
        <pc:sldMkLst>
          <pc:docMk/>
          <pc:sldMk cId="26898795" sldId="282"/>
        </pc:sldMkLst>
      </pc:sldChg>
    </pc:docChg>
  </pc:docChgLst>
  <pc:docChgLst>
    <pc:chgData name="Andrew Brown" userId="S::brown166@email.franklin.edu::27339762-4e74-4db6-9f8a-0c71ed7f9f9a" providerId="AD" clId="Web-{4957A7EC-338E-E22E-40B1-310BFE0122CB}"/>
    <pc:docChg chg="delSld">
      <pc:chgData name="Andrew Brown" userId="S::brown166@email.franklin.edu::27339762-4e74-4db6-9f8a-0c71ed7f9f9a" providerId="AD" clId="Web-{4957A7EC-338E-E22E-40B1-310BFE0122CB}" dt="2025-09-11T19:07:52.991" v="11"/>
      <pc:docMkLst>
        <pc:docMk/>
      </pc:docMkLst>
      <pc:sldChg chg="del">
        <pc:chgData name="Andrew Brown" userId="S::brown166@email.franklin.edu::27339762-4e74-4db6-9f8a-0c71ed7f9f9a" providerId="AD" clId="Web-{4957A7EC-338E-E22E-40B1-310BFE0122CB}" dt="2025-09-11T19:07:52.991" v="11"/>
        <pc:sldMkLst>
          <pc:docMk/>
          <pc:sldMk cId="109857222" sldId="256"/>
        </pc:sldMkLst>
      </pc:sldChg>
    </pc:docChg>
  </pc:docChgLst>
  <pc:docChgLst>
    <pc:chgData name="Ori Sorenson" userId="S::sorens21@email.franklin.edu::f38d60b1-1c6f-4932-b099-10414c2cf2e1" providerId="AD" clId="Web-{623D07AD-C8E1-4331-DFE7-87BD6CDA5EA2}"/>
    <pc:docChg chg="modSld">
      <pc:chgData name="Ori Sorenson" userId="S::sorens21@email.franklin.edu::f38d60b1-1c6f-4932-b099-10414c2cf2e1" providerId="AD" clId="Web-{623D07AD-C8E1-4331-DFE7-87BD6CDA5EA2}" dt="2025-09-25T01:34:01.423" v="0" actId="20577"/>
      <pc:docMkLst>
        <pc:docMk/>
      </pc:docMkLst>
      <pc:sldChg chg="modSp">
        <pc:chgData name="Ori Sorenson" userId="S::sorens21@email.franklin.edu::f38d60b1-1c6f-4932-b099-10414c2cf2e1" providerId="AD" clId="Web-{623D07AD-C8E1-4331-DFE7-87BD6CDA5EA2}" dt="2025-09-25T01:34:01.423" v="0" actId="20577"/>
        <pc:sldMkLst>
          <pc:docMk/>
          <pc:sldMk cId="741284504" sldId="271"/>
        </pc:sldMkLst>
        <pc:spChg chg="mod">
          <ac:chgData name="Ori Sorenson" userId="S::sorens21@email.franklin.edu::f38d60b1-1c6f-4932-b099-10414c2cf2e1" providerId="AD" clId="Web-{623D07AD-C8E1-4331-DFE7-87BD6CDA5EA2}" dt="2025-09-25T01:34:01.423" v="0" actId="20577"/>
          <ac:spMkLst>
            <pc:docMk/>
            <pc:sldMk cId="741284504" sldId="271"/>
            <ac:spMk id="3" creationId="{1C171089-D19E-A8E9-9D50-5D09677DCF8A}"/>
          </ac:spMkLst>
        </pc:spChg>
      </pc:sldChg>
    </pc:docChg>
  </pc:docChgLst>
  <pc:docChgLst>
    <pc:chgData name="Andrew Brown" userId="S::brown166@email.franklin.edu::27339762-4e74-4db6-9f8a-0c71ed7f9f9a" providerId="AD" clId="Web-{6C5FD672-E968-838F-544C-087E053E7866}"/>
    <pc:docChg chg="addSld delSld modSld sldOrd">
      <pc:chgData name="Andrew Brown" userId="S::brown166@email.franklin.edu::27339762-4e74-4db6-9f8a-0c71ed7f9f9a" providerId="AD" clId="Web-{6C5FD672-E968-838F-544C-087E053E7866}" dt="2025-09-25T20:29:17.367" v="228"/>
      <pc:docMkLst>
        <pc:docMk/>
      </pc:docMkLst>
      <pc:sldChg chg="modNotes">
        <pc:chgData name="Andrew Brown" userId="S::brown166@email.franklin.edu::27339762-4e74-4db6-9f8a-0c71ed7f9f9a" providerId="AD" clId="Web-{6C5FD672-E968-838F-544C-087E053E7866}" dt="2025-09-25T20:29:17.367" v="228"/>
        <pc:sldMkLst>
          <pc:docMk/>
          <pc:sldMk cId="109857222" sldId="256"/>
        </pc:sldMkLst>
      </pc:sldChg>
      <pc:sldChg chg="modSp">
        <pc:chgData name="Andrew Brown" userId="S::brown166@email.franklin.edu::27339762-4e74-4db6-9f8a-0c71ed7f9f9a" providerId="AD" clId="Web-{6C5FD672-E968-838F-544C-087E053E7866}" dt="2025-09-25T20:12:40.636" v="172" actId="20577"/>
        <pc:sldMkLst>
          <pc:docMk/>
          <pc:sldMk cId="800649948" sldId="266"/>
        </pc:sldMkLst>
        <pc:spChg chg="mod">
          <ac:chgData name="Andrew Brown" userId="S::brown166@email.franklin.edu::27339762-4e74-4db6-9f8a-0c71ed7f9f9a" providerId="AD" clId="Web-{6C5FD672-E968-838F-544C-087E053E7866}" dt="2025-09-25T20:12:40.636" v="172" actId="20577"/>
          <ac:spMkLst>
            <pc:docMk/>
            <pc:sldMk cId="800649948" sldId="266"/>
            <ac:spMk id="3" creationId="{55D73C1E-828C-C511-7F17-6E28C3C1E09C}"/>
          </ac:spMkLst>
        </pc:spChg>
      </pc:sldChg>
      <pc:sldChg chg="modSp">
        <pc:chgData name="Andrew Brown" userId="S::brown166@email.franklin.edu::27339762-4e74-4db6-9f8a-0c71ed7f9f9a" providerId="AD" clId="Web-{6C5FD672-E968-838F-544C-087E053E7866}" dt="2025-09-25T20:12:56.637" v="174" actId="20577"/>
        <pc:sldMkLst>
          <pc:docMk/>
          <pc:sldMk cId="3776748900" sldId="267"/>
        </pc:sldMkLst>
        <pc:spChg chg="mod">
          <ac:chgData name="Andrew Brown" userId="S::brown166@email.franklin.edu::27339762-4e74-4db6-9f8a-0c71ed7f9f9a" providerId="AD" clId="Web-{6C5FD672-E968-838F-544C-087E053E7866}" dt="2025-09-25T20:12:56.637" v="174" actId="20577"/>
          <ac:spMkLst>
            <pc:docMk/>
            <pc:sldMk cId="3776748900" sldId="267"/>
            <ac:spMk id="3" creationId="{986AD68B-EAD4-A3A9-02F4-A3D5CA017227}"/>
          </ac:spMkLst>
        </pc:spChg>
      </pc:sldChg>
      <pc:sldChg chg="ord modNotes">
        <pc:chgData name="Andrew Brown" userId="S::brown166@email.franklin.edu::27339762-4e74-4db6-9f8a-0c71ed7f9f9a" providerId="AD" clId="Web-{6C5FD672-E968-838F-544C-087E053E7866}" dt="2025-09-25T20:24:29.428" v="192"/>
        <pc:sldMkLst>
          <pc:docMk/>
          <pc:sldMk cId="1334216954" sldId="270"/>
        </pc:sldMkLst>
      </pc:sldChg>
      <pc:sldChg chg="del">
        <pc:chgData name="Andrew Brown" userId="S::brown166@email.franklin.edu::27339762-4e74-4db6-9f8a-0c71ed7f9f9a" providerId="AD" clId="Web-{6C5FD672-E968-838F-544C-087E053E7866}" dt="2025-09-25T20:15:24.218" v="188"/>
        <pc:sldMkLst>
          <pc:docMk/>
          <pc:sldMk cId="741284504" sldId="271"/>
        </pc:sldMkLst>
      </pc:sldChg>
      <pc:sldChg chg="del">
        <pc:chgData name="Andrew Brown" userId="S::brown166@email.franklin.edu::27339762-4e74-4db6-9f8a-0c71ed7f9f9a" providerId="AD" clId="Web-{6C5FD672-E968-838F-544C-087E053E7866}" dt="2025-09-25T20:15:21.328" v="187"/>
        <pc:sldMkLst>
          <pc:docMk/>
          <pc:sldMk cId="1006952086" sldId="272"/>
        </pc:sldMkLst>
      </pc:sldChg>
      <pc:sldChg chg="del">
        <pc:chgData name="Andrew Brown" userId="S::brown166@email.franklin.edu::27339762-4e74-4db6-9f8a-0c71ed7f9f9a" providerId="AD" clId="Web-{6C5FD672-E968-838F-544C-087E053E7866}" dt="2025-09-25T20:15:13.703" v="186"/>
        <pc:sldMkLst>
          <pc:docMk/>
          <pc:sldMk cId="3544974592" sldId="273"/>
        </pc:sldMkLst>
      </pc:sldChg>
      <pc:sldChg chg="del">
        <pc:chgData name="Andrew Brown" userId="S::brown166@email.franklin.edu::27339762-4e74-4db6-9f8a-0c71ed7f9f9a" providerId="AD" clId="Web-{6C5FD672-E968-838F-544C-087E053E7866}" dt="2025-09-25T20:14:59.765" v="185"/>
        <pc:sldMkLst>
          <pc:docMk/>
          <pc:sldMk cId="3256055218" sldId="286"/>
        </pc:sldMkLst>
      </pc:sldChg>
      <pc:sldChg chg="addSp delSp modSp mod setBg setClrOvrMap modNotes">
        <pc:chgData name="Andrew Brown" userId="S::brown166@email.franklin.edu::27339762-4e74-4db6-9f8a-0c71ed7f9f9a" providerId="AD" clId="Web-{6C5FD672-E968-838F-544C-087E053E7866}" dt="2025-09-25T20:12:06.620" v="166" actId="20577"/>
        <pc:sldMkLst>
          <pc:docMk/>
          <pc:sldMk cId="890858004" sldId="288"/>
        </pc:sldMkLst>
        <pc:spChg chg="mod">
          <ac:chgData name="Andrew Brown" userId="S::brown166@email.franklin.edu::27339762-4e74-4db6-9f8a-0c71ed7f9f9a" providerId="AD" clId="Web-{6C5FD672-E968-838F-544C-087E053E7866}" dt="2025-09-25T20:12:06.620" v="166" actId="20577"/>
          <ac:spMkLst>
            <pc:docMk/>
            <pc:sldMk cId="890858004" sldId="288"/>
            <ac:spMk id="2" creationId="{9BB46269-F32C-5087-2EBF-8D414BD4CC6A}"/>
          </ac:spMkLst>
        </pc:spChg>
        <pc:spChg chg="mod">
          <ac:chgData name="Andrew Brown" userId="S::brown166@email.franklin.edu::27339762-4e74-4db6-9f8a-0c71ed7f9f9a" providerId="AD" clId="Web-{6C5FD672-E968-838F-544C-087E053E7866}" dt="2025-09-25T20:12:00.026" v="165" actId="20577"/>
          <ac:spMkLst>
            <pc:docMk/>
            <pc:sldMk cId="890858004" sldId="288"/>
            <ac:spMk id="3" creationId="{8B4240DA-EAAA-5994-D372-6B39BE9E55D4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19:42:00.786" v="15"/>
          <ac:spMkLst>
            <pc:docMk/>
            <pc:sldMk cId="890858004" sldId="288"/>
            <ac:spMk id="9" creationId="{282E2A95-1A08-4118-83C6-B1CA5648E075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19:42:00.786" v="15"/>
          <ac:spMkLst>
            <pc:docMk/>
            <pc:sldMk cId="890858004" sldId="288"/>
            <ac:spMk id="11" creationId="{68DC0EC7-60EA-4BD3-BC04-D547DE1B2891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19:42:00.786" v="15"/>
          <ac:spMkLst>
            <pc:docMk/>
            <pc:sldMk cId="890858004" sldId="288"/>
            <ac:spMk id="13" creationId="{2FFEFC7E-85EE-4AC9-A351-FBEB13A1D622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19:42:00.786" v="15"/>
          <ac:spMkLst>
            <pc:docMk/>
            <pc:sldMk cId="890858004" sldId="288"/>
            <ac:spMk id="15" creationId="{CB2511BB-FC4C-45F3-94EB-661D6806C942}"/>
          </ac:spMkLst>
        </pc:spChg>
        <pc:spChg chg="add del mod">
          <ac:chgData name="Andrew Brown" userId="S::brown166@email.franklin.edu::27339762-4e74-4db6-9f8a-0c71ed7f9f9a" providerId="AD" clId="Web-{6C5FD672-E968-838F-544C-087E053E7866}" dt="2025-09-25T20:05:51.291" v="79"/>
          <ac:spMkLst>
            <pc:docMk/>
            <pc:sldMk cId="890858004" sldId="288"/>
            <ac:spMk id="20" creationId="{2DC4AA0A-D9C3-4A0B-990D-1BCB0022A696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05:51.291" v="79"/>
          <ac:spMkLst>
            <pc:docMk/>
            <pc:sldMk cId="890858004" sldId="288"/>
            <ac:spMk id="22" creationId="{370878C7-7719-40BD-AA97-751A85670594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05:51.291" v="79"/>
          <ac:spMkLst>
            <pc:docMk/>
            <pc:sldMk cId="890858004" sldId="288"/>
            <ac:spMk id="24" creationId="{1D9D3865-C494-4C4A-8495-8245E905469D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05:51.291" v="79"/>
          <ac:spMkLst>
            <pc:docMk/>
            <pc:sldMk cId="890858004" sldId="288"/>
            <ac:spMk id="31" creationId="{282E2A95-1A08-4118-83C6-B1CA5648E075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05:51.291" v="79"/>
          <ac:spMkLst>
            <pc:docMk/>
            <pc:sldMk cId="890858004" sldId="288"/>
            <ac:spMk id="33" creationId="{2FFEFC7E-85EE-4AC9-A351-FBEB13A1D622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05:51.291" v="79"/>
          <ac:spMkLst>
            <pc:docMk/>
            <pc:sldMk cId="890858004" sldId="288"/>
            <ac:spMk id="35" creationId="{CB2511BB-FC4C-45F3-94EB-661D6806C942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05:51.291" v="79"/>
          <ac:spMkLst>
            <pc:docMk/>
            <pc:sldMk cId="890858004" sldId="288"/>
            <ac:spMk id="37" creationId="{68DC0EC7-60EA-4BD3-BC04-D547DE1B2891}"/>
          </ac:spMkLst>
        </pc:spChg>
        <pc:picChg chg="add mod ord">
          <ac:chgData name="Andrew Brown" userId="S::brown166@email.franklin.edu::27339762-4e74-4db6-9f8a-0c71ed7f9f9a" providerId="AD" clId="Web-{6C5FD672-E968-838F-544C-087E053E7866}" dt="2025-09-25T20:05:51.291" v="79"/>
          <ac:picMkLst>
            <pc:docMk/>
            <pc:sldMk cId="890858004" sldId="288"/>
            <ac:picMk id="4" creationId="{6506C603-4825-320A-E4C1-50BA39D4DC65}"/>
          </ac:picMkLst>
        </pc:picChg>
      </pc:sldChg>
      <pc:sldChg chg="addSp delSp modSp new mod setBg setClrOvrMap modNotes">
        <pc:chgData name="Andrew Brown" userId="S::brown166@email.franklin.edu::27339762-4e74-4db6-9f8a-0c71ed7f9f9a" providerId="AD" clId="Web-{6C5FD672-E968-838F-544C-087E053E7866}" dt="2025-09-25T20:11:30.572" v="145" actId="20577"/>
        <pc:sldMkLst>
          <pc:docMk/>
          <pc:sldMk cId="1437778552" sldId="289"/>
        </pc:sldMkLst>
        <pc:spChg chg="mod">
          <ac:chgData name="Andrew Brown" userId="S::brown166@email.franklin.edu::27339762-4e74-4db6-9f8a-0c71ed7f9f9a" providerId="AD" clId="Web-{6C5FD672-E968-838F-544C-087E053E7866}" dt="2025-09-25T20:08:16.112" v="99"/>
          <ac:spMkLst>
            <pc:docMk/>
            <pc:sldMk cId="1437778552" sldId="289"/>
            <ac:spMk id="2" creationId="{72C966C9-1604-740C-30C8-CE3661BE4337}"/>
          </ac:spMkLst>
        </pc:spChg>
        <pc:spChg chg="mod ord">
          <ac:chgData name="Andrew Brown" userId="S::brown166@email.franklin.edu::27339762-4e74-4db6-9f8a-0c71ed7f9f9a" providerId="AD" clId="Web-{6C5FD672-E968-838F-544C-087E053E7866}" dt="2025-09-25T20:11:30.572" v="145" actId="20577"/>
          <ac:spMkLst>
            <pc:docMk/>
            <pc:sldMk cId="1437778552" sldId="289"/>
            <ac:spMk id="3" creationId="{77AE97C9-7B25-CC5B-DEA0-928B9DB6EFF8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08:08.971" v="96"/>
          <ac:spMkLst>
            <pc:docMk/>
            <pc:sldMk cId="1437778552" sldId="289"/>
            <ac:spMk id="9" creationId="{2DC4AA0A-D9C3-4A0B-990D-1BCB0022A696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08:08.971" v="96"/>
          <ac:spMkLst>
            <pc:docMk/>
            <pc:sldMk cId="1437778552" sldId="289"/>
            <ac:spMk id="11" creationId="{370878C7-7719-40BD-AA97-751A85670594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08:08.971" v="96"/>
          <ac:spMkLst>
            <pc:docMk/>
            <pc:sldMk cId="1437778552" sldId="289"/>
            <ac:spMk id="13" creationId="{1D9D3865-C494-4C4A-8495-8245E905469D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08:16.097" v="98"/>
          <ac:spMkLst>
            <pc:docMk/>
            <pc:sldMk cId="1437778552" sldId="289"/>
            <ac:spMk id="17" creationId="{0BBB6B01-5B73-410C-B70E-8CF2FA470D11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08:16.097" v="98"/>
          <ac:spMkLst>
            <pc:docMk/>
            <pc:sldMk cId="1437778552" sldId="289"/>
            <ac:spMk id="18" creationId="{8712F587-12D0-435C-8E3F-F44C36EE71B8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08:16.112" v="99"/>
          <ac:spMkLst>
            <pc:docMk/>
            <pc:sldMk cId="1437778552" sldId="289"/>
            <ac:spMk id="20" creationId="{2DC4AA0A-D9C3-4A0B-990D-1BCB0022A696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08:16.112" v="99"/>
          <ac:spMkLst>
            <pc:docMk/>
            <pc:sldMk cId="1437778552" sldId="289"/>
            <ac:spMk id="21" creationId="{370878C7-7719-40BD-AA97-751A85670594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08:16.112" v="99"/>
          <ac:spMkLst>
            <pc:docMk/>
            <pc:sldMk cId="1437778552" sldId="289"/>
            <ac:spMk id="22" creationId="{1D9D3865-C494-4C4A-8495-8245E905469D}"/>
          </ac:spMkLst>
        </pc:spChg>
        <pc:picChg chg="add mod ord">
          <ac:chgData name="Andrew Brown" userId="S::brown166@email.franklin.edu::27339762-4e74-4db6-9f8a-0c71ed7f9f9a" providerId="AD" clId="Web-{6C5FD672-E968-838F-544C-087E053E7866}" dt="2025-09-25T20:08:16.112" v="99"/>
          <ac:picMkLst>
            <pc:docMk/>
            <pc:sldMk cId="1437778552" sldId="289"/>
            <ac:picMk id="4" creationId="{03EA5A96-0216-4983-FA35-8DA133461AA5}"/>
          </ac:picMkLst>
        </pc:picChg>
        <pc:cxnChg chg="add del">
          <ac:chgData name="Andrew Brown" userId="S::brown166@email.franklin.edu::27339762-4e74-4db6-9f8a-0c71ed7f9f9a" providerId="AD" clId="Web-{6C5FD672-E968-838F-544C-087E053E7866}" dt="2025-09-25T20:08:08.971" v="96"/>
          <ac:cxnSpMkLst>
            <pc:docMk/>
            <pc:sldMk cId="1437778552" sldId="289"/>
            <ac:cxnSpMk id="15" creationId="{B78EE79F-FCAA-4CF9-9746-730B51FC4CB3}"/>
          </ac:cxnSpMkLst>
        </pc:cxnChg>
        <pc:cxnChg chg="add">
          <ac:chgData name="Andrew Brown" userId="S::brown166@email.franklin.edu::27339762-4e74-4db6-9f8a-0c71ed7f9f9a" providerId="AD" clId="Web-{6C5FD672-E968-838F-544C-087E053E7866}" dt="2025-09-25T20:08:16.112" v="99"/>
          <ac:cxnSpMkLst>
            <pc:docMk/>
            <pc:sldMk cId="1437778552" sldId="289"/>
            <ac:cxnSpMk id="23" creationId="{B78EE79F-FCAA-4CF9-9746-730B51FC4CB3}"/>
          </ac:cxnSpMkLst>
        </pc:cxnChg>
      </pc:sldChg>
      <pc:sldChg chg="addSp delSp modSp new mod setBg setClrOvrMap modNotes">
        <pc:chgData name="Andrew Brown" userId="S::brown166@email.franklin.edu::27339762-4e74-4db6-9f8a-0c71ed7f9f9a" providerId="AD" clId="Web-{6C5FD672-E968-838F-544C-087E053E7866}" dt="2025-09-25T20:13:57.779" v="184" actId="20577"/>
        <pc:sldMkLst>
          <pc:docMk/>
          <pc:sldMk cId="1378728420" sldId="290"/>
        </pc:sldMkLst>
        <pc:spChg chg="mod">
          <ac:chgData name="Andrew Brown" userId="S::brown166@email.franklin.edu::27339762-4e74-4db6-9f8a-0c71ed7f9f9a" providerId="AD" clId="Web-{6C5FD672-E968-838F-544C-087E053E7866}" dt="2025-09-25T20:13:42.654" v="181" actId="20577"/>
          <ac:spMkLst>
            <pc:docMk/>
            <pc:sldMk cId="1378728420" sldId="290"/>
            <ac:spMk id="2" creationId="{F22CA81C-8BF2-AE60-458A-630D98BF66EA}"/>
          </ac:spMkLst>
        </pc:spChg>
        <pc:spChg chg="mod">
          <ac:chgData name="Andrew Brown" userId="S::brown166@email.franklin.edu::27339762-4e74-4db6-9f8a-0c71ed7f9f9a" providerId="AD" clId="Web-{6C5FD672-E968-838F-544C-087E053E7866}" dt="2025-09-25T20:13:57.779" v="184" actId="20577"/>
          <ac:spMkLst>
            <pc:docMk/>
            <pc:sldMk cId="1378728420" sldId="290"/>
            <ac:spMk id="3" creationId="{E9DD95BF-739B-3571-81CD-CA2F76047020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34.935" v="180"/>
          <ac:spMkLst>
            <pc:docMk/>
            <pc:sldMk cId="1378728420" sldId="290"/>
            <ac:spMk id="9" creationId="{282E2A95-1A08-4118-83C6-B1CA5648E075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34.935" v="180"/>
          <ac:spMkLst>
            <pc:docMk/>
            <pc:sldMk cId="1378728420" sldId="290"/>
            <ac:spMk id="11" creationId="{2FFEFC7E-85EE-4AC9-A351-FBEB13A1D622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34.935" v="180"/>
          <ac:spMkLst>
            <pc:docMk/>
            <pc:sldMk cId="1378728420" sldId="290"/>
            <ac:spMk id="13" creationId="{CB2511BB-FC4C-45F3-94EB-661D6806C942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34.935" v="180"/>
          <ac:spMkLst>
            <pc:docMk/>
            <pc:sldMk cId="1378728420" sldId="290"/>
            <ac:spMk id="15" creationId="{68DC0EC7-60EA-4BD3-BC04-D547DE1B2891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29.153" v="177"/>
          <ac:spMkLst>
            <pc:docMk/>
            <pc:sldMk cId="1378728420" sldId="290"/>
            <ac:spMk id="20" creationId="{D5851415-CF4E-4C41-9E36-04E444B517EB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29.153" v="177"/>
          <ac:spMkLst>
            <pc:docMk/>
            <pc:sldMk cId="1378728420" sldId="290"/>
            <ac:spMk id="22" creationId="{4B516B89-DEA0-4832-8C56-F048168DAD88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29.153" v="177"/>
          <ac:spMkLst>
            <pc:docMk/>
            <pc:sldMk cId="1378728420" sldId="290"/>
            <ac:spMk id="24" creationId="{3EA2D33E-BAA2-467B-80B0-8887D9A99FBE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29.153" v="177"/>
          <ac:spMkLst>
            <pc:docMk/>
            <pc:sldMk cId="1378728420" sldId="290"/>
            <ac:spMk id="26" creationId="{6067C508-2065-42E3-98D2-F3A9B8339BA0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34.919" v="179"/>
          <ac:spMkLst>
            <pc:docMk/>
            <pc:sldMk cId="1378728420" sldId="290"/>
            <ac:spMk id="28" creationId="{4E9EDDFA-8F05-462B-8D3E-5B9C4FBC735B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34.919" v="179"/>
          <ac:spMkLst>
            <pc:docMk/>
            <pc:sldMk cId="1378728420" sldId="290"/>
            <ac:spMk id="29" creationId="{143F9A23-3237-4ED6-A1E9-C0E6530E053B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13:34.919" v="179"/>
          <ac:spMkLst>
            <pc:docMk/>
            <pc:sldMk cId="1378728420" sldId="290"/>
            <ac:spMk id="30" creationId="{C63CD46D-4335-4BA4-842A-BF835A99CB2C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13:34.935" v="180"/>
          <ac:spMkLst>
            <pc:docMk/>
            <pc:sldMk cId="1378728420" sldId="290"/>
            <ac:spMk id="32" creationId="{282E2A95-1A08-4118-83C6-B1CA5648E075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13:34.935" v="180"/>
          <ac:spMkLst>
            <pc:docMk/>
            <pc:sldMk cId="1378728420" sldId="290"/>
            <ac:spMk id="33" creationId="{68DC0EC7-60EA-4BD3-BC04-D547DE1B2891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13:34.935" v="180"/>
          <ac:spMkLst>
            <pc:docMk/>
            <pc:sldMk cId="1378728420" sldId="290"/>
            <ac:spMk id="34" creationId="{2FFEFC7E-85EE-4AC9-A351-FBEB13A1D622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13:34.935" v="180"/>
          <ac:spMkLst>
            <pc:docMk/>
            <pc:sldMk cId="1378728420" sldId="290"/>
            <ac:spMk id="35" creationId="{CB2511BB-FC4C-45F3-94EB-661D6806C942}"/>
          </ac:spMkLst>
        </pc:spChg>
        <pc:picChg chg="add mod ord">
          <ac:chgData name="Andrew Brown" userId="S::brown166@email.franklin.edu::27339762-4e74-4db6-9f8a-0c71ed7f9f9a" providerId="AD" clId="Web-{6C5FD672-E968-838F-544C-087E053E7866}" dt="2025-09-25T20:13:34.919" v="179"/>
          <ac:picMkLst>
            <pc:docMk/>
            <pc:sldMk cId="1378728420" sldId="290"/>
            <ac:picMk id="4" creationId="{F1E63B76-08F8-B77B-F096-4CA3592B3432}"/>
          </ac:picMkLst>
        </pc:picChg>
      </pc:sldChg>
      <pc:sldChg chg="addSp delSp modSp new mod setBg setClrOvrMap">
        <pc:chgData name="Andrew Brown" userId="S::brown166@email.franklin.edu::27339762-4e74-4db6-9f8a-0c71ed7f9f9a" providerId="AD" clId="Web-{6C5FD672-E968-838F-544C-087E053E7866}" dt="2025-09-25T20:26:03.553" v="197"/>
        <pc:sldMkLst>
          <pc:docMk/>
          <pc:sldMk cId="3369256109" sldId="291"/>
        </pc:sldMkLst>
        <pc:spChg chg="mod">
          <ac:chgData name="Andrew Brown" userId="S::brown166@email.franklin.edu::27339762-4e74-4db6-9f8a-0c71ed7f9f9a" providerId="AD" clId="Web-{6C5FD672-E968-838F-544C-087E053E7866}" dt="2025-09-25T20:26:03.553" v="197"/>
          <ac:spMkLst>
            <pc:docMk/>
            <pc:sldMk cId="3369256109" sldId="291"/>
            <ac:spMk id="2" creationId="{828B069D-10DC-0818-ADE1-E78CC02DFC5B}"/>
          </ac:spMkLst>
        </pc:spChg>
        <pc:spChg chg="del">
          <ac:chgData name="Andrew Brown" userId="S::brown166@email.franklin.edu::27339762-4e74-4db6-9f8a-0c71ed7f9f9a" providerId="AD" clId="Web-{6C5FD672-E968-838F-544C-087E053E7866}" dt="2025-09-25T20:25:59.241" v="196"/>
          <ac:spMkLst>
            <pc:docMk/>
            <pc:sldMk cId="3369256109" sldId="291"/>
            <ac:spMk id="3" creationId="{CE0FAECE-A955-4902-69FC-B8B93CB625DE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26:03.553" v="197"/>
          <ac:spMkLst>
            <pc:docMk/>
            <pc:sldMk cId="3369256109" sldId="291"/>
            <ac:spMk id="7" creationId="{904DB13E-F722-4ED6-BB00-556651E95281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26:03.553" v="197"/>
          <ac:spMkLst>
            <pc:docMk/>
            <pc:sldMk cId="3369256109" sldId="291"/>
            <ac:spMk id="9" creationId="{7B58A187-A4B1-42EB-A4C7-8635BA507BCE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26:03.553" v="197"/>
          <ac:spMkLst>
            <pc:docMk/>
            <pc:sldMk cId="3369256109" sldId="291"/>
            <ac:spMk id="11" creationId="{37F14E7F-3054-458C-ACF9-A8DA1757C65C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26:03.553" v="197"/>
          <ac:spMkLst>
            <pc:docMk/>
            <pc:sldMk cId="3369256109" sldId="291"/>
            <ac:spMk id="13" creationId="{93747C1C-97FC-4D70-A6C8-A01FBCF5A9DC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26:03.553" v="197"/>
          <ac:spMkLst>
            <pc:docMk/>
            <pc:sldMk cId="3369256109" sldId="291"/>
            <ac:spMk id="20" creationId="{B66F8A2C-B8CF-4B20-9A73-2ADCF6302755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26:03.553" v="197"/>
          <ac:spMkLst>
            <pc:docMk/>
            <pc:sldMk cId="3369256109" sldId="291"/>
            <ac:spMk id="22" creationId="{B5DD78E9-DE0D-47AF-A0DB-F475221E3DC7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26:03.553" v="197"/>
          <ac:spMkLst>
            <pc:docMk/>
            <pc:sldMk cId="3369256109" sldId="291"/>
            <ac:spMk id="24" creationId="{A118D329-2010-4A15-B57C-429FFAE35B11}"/>
          </ac:spMkLst>
        </pc:spChg>
        <pc:grpChg chg="add">
          <ac:chgData name="Andrew Brown" userId="S::brown166@email.franklin.edu::27339762-4e74-4db6-9f8a-0c71ed7f9f9a" providerId="AD" clId="Web-{6C5FD672-E968-838F-544C-087E053E7866}" dt="2025-09-25T20:26:03.553" v="197"/>
          <ac:grpSpMkLst>
            <pc:docMk/>
            <pc:sldMk cId="3369256109" sldId="291"/>
            <ac:grpSpMk id="15" creationId="{E26428D7-C6F3-473D-A360-A3F5C3E8728C}"/>
          </ac:grpSpMkLst>
        </pc:grpChg>
        <pc:cxnChg chg="add">
          <ac:chgData name="Andrew Brown" userId="S::brown166@email.franklin.edu::27339762-4e74-4db6-9f8a-0c71ed7f9f9a" providerId="AD" clId="Web-{6C5FD672-E968-838F-544C-087E053E7866}" dt="2025-09-25T20:26:03.553" v="197"/>
          <ac:cxnSpMkLst>
            <pc:docMk/>
            <pc:sldMk cId="3369256109" sldId="291"/>
            <ac:cxnSpMk id="26" creationId="{994262BC-EE98-4BD6-82DB-4955E8DCC290}"/>
          </ac:cxnSpMkLst>
        </pc:cxnChg>
      </pc:sldChg>
      <pc:sldChg chg="addSp delSp modSp new mod setBg setClrOvrMap modNotes">
        <pc:chgData name="Andrew Brown" userId="S::brown166@email.franklin.edu::27339762-4e74-4db6-9f8a-0c71ed7f9f9a" providerId="AD" clId="Web-{6C5FD672-E968-838F-544C-087E053E7866}" dt="2025-09-25T20:27:41.710" v="225"/>
        <pc:sldMkLst>
          <pc:docMk/>
          <pc:sldMk cId="3892324277" sldId="292"/>
        </pc:sldMkLst>
        <pc:spChg chg="mod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2" creationId="{9C51D94B-0944-1734-13E1-70402C124415}"/>
          </ac:spMkLst>
        </pc:spChg>
        <pc:spChg chg="del">
          <ac:chgData name="Andrew Brown" userId="S::brown166@email.franklin.edu::27339762-4e74-4db6-9f8a-0c71ed7f9f9a" providerId="AD" clId="Web-{6C5FD672-E968-838F-544C-087E053E7866}" dt="2025-09-25T20:26:25.413" v="202"/>
          <ac:spMkLst>
            <pc:docMk/>
            <pc:sldMk cId="3892324277" sldId="292"/>
            <ac:spMk id="3" creationId="{E709CA63-332A-312A-9963-669B295DE789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9" creationId="{904DB13E-F722-4ED6-BB00-556651E95281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11" creationId="{1419E3D9-C5FB-41A9-B6D2-DFB210BB6211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13" creationId="{367909BF-1DF7-4ACE-8F58-6CF719BB27E5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15" creationId="{89E8BEDB-0BBC-4F21-9CFB-8530D664C343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22" creationId="{420551B3-B4DA-48EE-988C-4FAEAEB5CE98}"/>
          </ac:spMkLst>
        </pc:spChg>
        <pc:spChg chg="add">
          <ac:chgData name="Andrew Brown" userId="S::brown166@email.franklin.edu::27339762-4e74-4db6-9f8a-0c71ed7f9f9a" providerId="AD" clId="Web-{6C5FD672-E968-838F-544C-087E053E7866}" dt="2025-09-25T20:26:25.413" v="202"/>
          <ac:spMkLst>
            <pc:docMk/>
            <pc:sldMk cId="3892324277" sldId="292"/>
            <ac:spMk id="24" creationId="{0B121716-8B64-478F-ABDB-17030AD1B711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29" creationId="{904DB13E-F722-4ED6-BB00-556651E95281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31" creationId="{1419E3D9-C5FB-41A9-B6D2-DFB210BB6211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35" creationId="{89E8BEDB-0BBC-4F21-9CFB-8530D664C343}"/>
          </ac:spMkLst>
        </pc:spChg>
        <pc:spChg chg="add del">
          <ac:chgData name="Andrew Brown" userId="S::brown166@email.franklin.edu::27339762-4e74-4db6-9f8a-0c71ed7f9f9a" providerId="AD" clId="Web-{6C5FD672-E968-838F-544C-087E053E7866}" dt="2025-09-25T20:27:13.976" v="215"/>
          <ac:spMkLst>
            <pc:docMk/>
            <pc:sldMk cId="3892324277" sldId="292"/>
            <ac:spMk id="44" creationId="{87FD26E4-041F-4EF2-B92D-6034C0F85CCF}"/>
          </ac:spMkLst>
        </pc:spChg>
        <pc:grpChg chg="add">
          <ac:chgData name="Andrew Brown" userId="S::brown166@email.franklin.edu::27339762-4e74-4db6-9f8a-0c71ed7f9f9a" providerId="AD" clId="Web-{6C5FD672-E968-838F-544C-087E053E7866}" dt="2025-09-25T20:26:25.413" v="202"/>
          <ac:grpSpMkLst>
            <pc:docMk/>
            <pc:sldMk cId="3892324277" sldId="292"/>
            <ac:grpSpMk id="17" creationId="{E26428D7-C6F3-473D-A360-A3F5C3E8728C}"/>
          </ac:grpSpMkLst>
        </pc:grpChg>
        <pc:picChg chg="add">
          <ac:chgData name="Andrew Brown" userId="S::brown166@email.franklin.edu::27339762-4e74-4db6-9f8a-0c71ed7f9f9a" providerId="AD" clId="Web-{6C5FD672-E968-838F-544C-087E053E7866}" dt="2025-09-25T20:26:25.413" v="202"/>
          <ac:picMkLst>
            <pc:docMk/>
            <pc:sldMk cId="3892324277" sldId="292"/>
            <ac:picMk id="5" creationId="{4503CB70-2C13-8BF7-2D4D-E9598AF97738}"/>
          </ac:picMkLst>
        </pc:picChg>
      </pc:sldChg>
    </pc:docChg>
  </pc:docChgLst>
  <pc:docChgLst>
    <pc:chgData name="Andrew Brown" userId="S::brown166@email.franklin.edu::27339762-4e74-4db6-9f8a-0c71ed7f9f9a" providerId="AD" clId="Web-{4746D8AA-A892-DADB-CFC1-072D29447EF1}"/>
    <pc:docChg chg="addSld modSld">
      <pc:chgData name="Andrew Brown" userId="S::brown166@email.franklin.edu::27339762-4e74-4db6-9f8a-0c71ed7f9f9a" providerId="AD" clId="Web-{4746D8AA-A892-DADB-CFC1-072D29447EF1}" dt="2025-09-25T18:31:10.483" v="86" actId="20577"/>
      <pc:docMkLst>
        <pc:docMk/>
      </pc:docMkLst>
      <pc:sldChg chg="addSp delSp modSp mod setBg setClrOvrMap modNotes">
        <pc:chgData name="Andrew Brown" userId="S::brown166@email.franklin.edu::27339762-4e74-4db6-9f8a-0c71ed7f9f9a" providerId="AD" clId="Web-{4746D8AA-A892-DADB-CFC1-072D29447EF1}" dt="2025-09-25T18:31:10.483" v="86" actId="20577"/>
        <pc:sldMkLst>
          <pc:docMk/>
          <pc:sldMk cId="800649948" sldId="266"/>
        </pc:sldMkLst>
        <pc:spChg chg="mod">
          <ac:chgData name="Andrew Brown" userId="S::brown166@email.franklin.edu::27339762-4e74-4db6-9f8a-0c71ed7f9f9a" providerId="AD" clId="Web-{4746D8AA-A892-DADB-CFC1-072D29447EF1}" dt="2025-09-25T18:30:08.592" v="70" actId="1076"/>
          <ac:spMkLst>
            <pc:docMk/>
            <pc:sldMk cId="800649948" sldId="266"/>
            <ac:spMk id="2" creationId="{4B347FFE-929B-A14A-14A5-F1EA4C5D1777}"/>
          </ac:spMkLst>
        </pc:spChg>
        <pc:spChg chg="mod">
          <ac:chgData name="Andrew Brown" userId="S::brown166@email.franklin.edu::27339762-4e74-4db6-9f8a-0c71ed7f9f9a" providerId="AD" clId="Web-{4746D8AA-A892-DADB-CFC1-072D29447EF1}" dt="2025-09-25T18:31:10.483" v="86" actId="20577"/>
          <ac:spMkLst>
            <pc:docMk/>
            <pc:sldMk cId="800649948" sldId="266"/>
            <ac:spMk id="3" creationId="{55D73C1E-828C-C511-7F17-6E28C3C1E09C}"/>
          </ac:spMkLst>
        </pc:spChg>
        <pc:spChg chg="add del mod">
          <ac:chgData name="Andrew Brown" userId="S::brown166@email.franklin.edu::27339762-4e74-4db6-9f8a-0c71ed7f9f9a" providerId="AD" clId="Web-{4746D8AA-A892-DADB-CFC1-072D29447EF1}" dt="2025-09-25T18:28:26.044" v="56"/>
          <ac:spMkLst>
            <pc:docMk/>
            <pc:sldMk cId="800649948" sldId="266"/>
            <ac:spMk id="4" creationId="{26F1CC64-4ABA-5F5C-BF7D-66F18C7BCDA3}"/>
          </ac:spMkLst>
        </pc:spChg>
        <pc:spChg chg="add">
          <ac:chgData name="Andrew Brown" userId="S::brown166@email.franklin.edu::27339762-4e74-4db6-9f8a-0c71ed7f9f9a" providerId="AD" clId="Web-{4746D8AA-A892-DADB-CFC1-072D29447EF1}" dt="2025-09-25T18:29:14.950" v="58"/>
          <ac:spMkLst>
            <pc:docMk/>
            <pc:sldMk cId="800649948" sldId="266"/>
            <ac:spMk id="10" creationId="{282E2A95-1A08-4118-83C6-B1CA5648E075}"/>
          </ac:spMkLst>
        </pc:spChg>
        <pc:spChg chg="add">
          <ac:chgData name="Andrew Brown" userId="S::brown166@email.franklin.edu::27339762-4e74-4db6-9f8a-0c71ed7f9f9a" providerId="AD" clId="Web-{4746D8AA-A892-DADB-CFC1-072D29447EF1}" dt="2025-09-25T18:29:14.950" v="58"/>
          <ac:spMkLst>
            <pc:docMk/>
            <pc:sldMk cId="800649948" sldId="266"/>
            <ac:spMk id="12" creationId="{2FFEFC7E-85EE-4AC9-A351-FBEB13A1D622}"/>
          </ac:spMkLst>
        </pc:spChg>
        <pc:spChg chg="add">
          <ac:chgData name="Andrew Brown" userId="S::brown166@email.franklin.edu::27339762-4e74-4db6-9f8a-0c71ed7f9f9a" providerId="AD" clId="Web-{4746D8AA-A892-DADB-CFC1-072D29447EF1}" dt="2025-09-25T18:29:14.950" v="58"/>
          <ac:spMkLst>
            <pc:docMk/>
            <pc:sldMk cId="800649948" sldId="266"/>
            <ac:spMk id="14" creationId="{CB2511BB-FC4C-45F3-94EB-661D6806C942}"/>
          </ac:spMkLst>
        </pc:spChg>
        <pc:spChg chg="add">
          <ac:chgData name="Andrew Brown" userId="S::brown166@email.franklin.edu::27339762-4e74-4db6-9f8a-0c71ed7f9f9a" providerId="AD" clId="Web-{4746D8AA-A892-DADB-CFC1-072D29447EF1}" dt="2025-09-25T18:29:14.950" v="58"/>
          <ac:spMkLst>
            <pc:docMk/>
            <pc:sldMk cId="800649948" sldId="266"/>
            <ac:spMk id="16" creationId="{68DC0EC7-60EA-4BD3-BC04-D547DE1B2891}"/>
          </ac:spMkLst>
        </pc:spChg>
        <pc:picChg chg="add mod">
          <ac:chgData name="Andrew Brown" userId="S::brown166@email.franklin.edu::27339762-4e74-4db6-9f8a-0c71ed7f9f9a" providerId="AD" clId="Web-{4746D8AA-A892-DADB-CFC1-072D29447EF1}" dt="2025-09-25T18:29:14.950" v="58"/>
          <ac:picMkLst>
            <pc:docMk/>
            <pc:sldMk cId="800649948" sldId="266"/>
            <ac:picMk id="5" creationId="{BC167773-AEFE-91D0-CE32-4C143000D2B5}"/>
          </ac:picMkLst>
        </pc:picChg>
      </pc:sldChg>
      <pc:sldChg chg="modSp modNotes">
        <pc:chgData name="Andrew Brown" userId="S::brown166@email.franklin.edu::27339762-4e74-4db6-9f8a-0c71ed7f9f9a" providerId="AD" clId="Web-{4746D8AA-A892-DADB-CFC1-072D29447EF1}" dt="2025-09-25T17:46:50.005" v="35"/>
        <pc:sldMkLst>
          <pc:docMk/>
          <pc:sldMk cId="3776748900" sldId="267"/>
        </pc:sldMkLst>
        <pc:spChg chg="mod">
          <ac:chgData name="Andrew Brown" userId="S::brown166@email.franklin.edu::27339762-4e74-4db6-9f8a-0c71ed7f9f9a" providerId="AD" clId="Web-{4746D8AA-A892-DADB-CFC1-072D29447EF1}" dt="2025-09-25T17:44:36.080" v="5" actId="1076"/>
          <ac:spMkLst>
            <pc:docMk/>
            <pc:sldMk cId="3776748900" sldId="267"/>
            <ac:spMk id="2" creationId="{4C6AF508-DB99-D68D-EFEF-DC181D4D0C78}"/>
          </ac:spMkLst>
        </pc:spChg>
        <pc:spChg chg="mod">
          <ac:chgData name="Andrew Brown" userId="S::brown166@email.franklin.edu::27339762-4e74-4db6-9f8a-0c71ed7f9f9a" providerId="AD" clId="Web-{4746D8AA-A892-DADB-CFC1-072D29447EF1}" dt="2025-09-25T17:46:22.551" v="32" actId="20577"/>
          <ac:spMkLst>
            <pc:docMk/>
            <pc:sldMk cId="3776748900" sldId="267"/>
            <ac:spMk id="3" creationId="{986AD68B-EAD4-A3A9-02F4-A3D5CA017227}"/>
          </ac:spMkLst>
        </pc:spChg>
      </pc:sldChg>
      <pc:sldChg chg="modSp new">
        <pc:chgData name="Andrew Brown" userId="S::brown166@email.franklin.edu::27339762-4e74-4db6-9f8a-0c71ed7f9f9a" providerId="AD" clId="Web-{4746D8AA-A892-DADB-CFC1-072D29447EF1}" dt="2025-09-25T17:56:15.147" v="53" actId="20577"/>
        <pc:sldMkLst>
          <pc:docMk/>
          <pc:sldMk cId="890858004" sldId="288"/>
        </pc:sldMkLst>
        <pc:spChg chg="mod">
          <ac:chgData name="Andrew Brown" userId="S::brown166@email.franklin.edu::27339762-4e74-4db6-9f8a-0c71ed7f9f9a" providerId="AD" clId="Web-{4746D8AA-A892-DADB-CFC1-072D29447EF1}" dt="2025-09-25T17:55:58.490" v="50" actId="20577"/>
          <ac:spMkLst>
            <pc:docMk/>
            <pc:sldMk cId="890858004" sldId="288"/>
            <ac:spMk id="2" creationId="{9BB46269-F32C-5087-2EBF-8D414BD4CC6A}"/>
          </ac:spMkLst>
        </pc:spChg>
        <pc:spChg chg="mod">
          <ac:chgData name="Andrew Brown" userId="S::brown166@email.franklin.edu::27339762-4e74-4db6-9f8a-0c71ed7f9f9a" providerId="AD" clId="Web-{4746D8AA-A892-DADB-CFC1-072D29447EF1}" dt="2025-09-25T17:56:15.147" v="53" actId="20577"/>
          <ac:spMkLst>
            <pc:docMk/>
            <pc:sldMk cId="890858004" sldId="288"/>
            <ac:spMk id="3" creationId="{8B4240DA-EAAA-5994-D372-6B39BE9E55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3427E-A4BD-4FFA-A34D-971ABB1668CC}" type="datetimeFigureOut"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7DEF5-29FC-44C3-BB4C-E8EED1287D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7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time in Part 1, we covered the foundations of GitHub—what it is, how Git compares to GitHub, creating accounts and repositories, setting up a profile, and the basics of commits, pushes, pulls, and READMEs. That gave us the groundwork.</a:t>
            </a:r>
          </a:p>
          <a:p>
            <a:r>
              <a:rPr lang="en-US" dirty="0"/>
              <a:t>For today, we’re moving into collaboration features: issues, pull requests, projects, discussions, wikis, and teams.</a:t>
            </a:r>
          </a:p>
          <a:p>
            <a:r>
              <a:rPr lang="en-US" dirty="0"/>
              <a:t>As we go, don’t be shy about questions. Raise your hand here in Teams, or just paste your question into the chat. I’ll answer it live. Interruptions are welcome—it keeps the session interactive.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7DEF5-29FC-44C3-BB4C-E8EED1287DFF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04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Open by recapping Part 1 (“fundamentals”) and showing where we are in the 3-part series.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Stress that this session is about collaboration features—how repos, issues, projects, discussions, wikis, and teams connect.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Point out that slides are a roadmap, but the real learning will come from the live demo.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Mention Part 3 will cover advanced workflows, not today.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7DEF5-29FC-44C3-BB4C-E8EED1287DF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95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Remind them: issues are the project’s to-do list.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Don’t create one live—just show the existing issue.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Point out the “New issue” button so they know where it is.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Show labels and assignees on the sample issue.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Stress the important part: issues link to PRs.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When I open the PR later, go to the sidebar and link this issue.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Closing the loop: once the PR is merged, the issue gets closed automatically.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7DEF5-29FC-44C3-BB4C-E8EED1287DF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30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Emphasize difference: issues are actionable, discussions are exploratory.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Show how categories organize topics.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Demo a discussion where an answer is marked—call out the green check.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Pin a discussion so it stays visible at the top.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Show converting a discussion into an issue when something becomes actionable.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Remind them: advantage over Discord/Slack is that history is searchable and tied to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7DEF5-29FC-44C3-BB4C-E8EED1287DFF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79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Make the contrast crystal clear: README is for running the project, Wiki is for working on it.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Show the Wiki tab and open an example page.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Call out sidebar hierarchy and how pages can nest.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Note that changes are tracked with commits, same as source code.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Permissions follow the repo—no need to configure separately.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7DEF5-29FC-44C3-BB4C-E8EED1287DFF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6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Explain why we’re using teams: Programming vs Data/Analytics.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Show how to create a team and adjust repo access.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Point out the @mention feature for easy notification.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Teams tie people to repos, issues, and projects consistently.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7DEF5-29FC-44C3-BB4C-E8EED1287DFF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49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Quick recap, since these repos/branches are already set up.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Show where “Code → Clone” lives, but don’t demo the actual clone.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Point out forks as “my copy of your repo.”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Stress: branching is how we avoid breaking main.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Mention that in the demo, we’ll be working off a branch that already exists.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Keep it short, since Part 1 already covered the basics.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7DEF5-29FC-44C3-BB4C-E8EED1287DFF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771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Encourage people to ask about workflow, not just the demo error.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Remind them Part 3 will cover more advanced workflows like code reviews and actions (maybe).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7DEF5-29FC-44C3-BB4C-E8EED1287DFF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38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9/25/2025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32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2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1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2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7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1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0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381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9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36" r:id="rId5"/>
    <p:sldLayoutId id="2147483742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ithub.com/en/repositories/creating-and-managing-repositories/cloning-a-repository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346D14A-35B6-462B-940E-FB42AD8A3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727E0C-AA2A-4BF0-B0C6-94E059D85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269159" cy="557107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6B2E7B-50A4-474C-A0BF-55323ECDA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16" y="809244"/>
            <a:ext cx="5943600" cy="523951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632" y="1559768"/>
            <a:ext cx="5068568" cy="3135379"/>
          </a:xfrm>
        </p:spPr>
        <p:txBody>
          <a:bodyPr>
            <a:normAutofit/>
          </a:bodyPr>
          <a:lstStyle/>
          <a:p>
            <a:r>
              <a:rPr lang="en-US" sz="4500">
                <a:ea typeface="+mj-lt"/>
                <a:cs typeface="+mj-lt"/>
              </a:rPr>
              <a:t>The Fundamentals of GitHub: Part 2!</a:t>
            </a:r>
            <a:endParaRPr lang="en-US" sz="45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633" y="4708186"/>
            <a:ext cx="5068567" cy="79708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/>
                </a:solidFill>
              </a:rPr>
              <a:t>A Special Presentation for Franklin's ACM Special Interest Groups</a:t>
            </a:r>
          </a:p>
          <a:p>
            <a:pPr>
              <a:spcAft>
                <a:spcPts val="6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B684CD-1CA6-44AD-B86E-07661B89B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7796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07C111-4AF5-46E6-9072-33829E27E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2096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B42FE6-BEAF-413E-A213-73F20F11F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23736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232A2AC-37C6-4CAC-BAAD-1606F4BB6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32096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GitHub Logo: valor, história, PNG">
            <a:extLst>
              <a:ext uri="{FF2B5EF4-FFF2-40B4-BE49-F238E27FC236}">
                <a16:creationId xmlns:a16="http://schemas.microsoft.com/office/drawing/2014/main" id="{BCF05910-FFDF-5440-244E-6ECE6D386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9" y="829521"/>
            <a:ext cx="3999906" cy="2249947"/>
          </a:xfrm>
          <a:prstGeom prst="rect">
            <a:avLst/>
          </a:prstGeom>
        </p:spPr>
      </p:pic>
      <p:pic>
        <p:nvPicPr>
          <p:cNvPr id="10" name="Picture 9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5130490-8843-F8B3-37A9-875711C0B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9" y="4258660"/>
            <a:ext cx="3980067" cy="130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5BB3E-FB73-0320-05E9-B0409AC99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25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AF508-DB99-D68D-EFEF-DC181D4D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521" y="1513041"/>
            <a:ext cx="2978281" cy="12806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600" cap="all" spc="-100">
                <a:solidFill>
                  <a:schemeClr val="bg1"/>
                </a:solidFill>
                <a:ea typeface="+mj-lt"/>
                <a:cs typeface="+mj-lt"/>
              </a:rPr>
              <a:t>GitHub Part 2: </a:t>
            </a:r>
            <a:r>
              <a:rPr lang="en-US" sz="2600" cap="all" spc="-100" dirty="0">
                <a:solidFill>
                  <a:schemeClr val="bg1"/>
                </a:solidFill>
                <a:ea typeface="+mj-lt"/>
                <a:cs typeface="+mj-lt"/>
              </a:rPr>
              <a:t>Collaboration </a:t>
            </a:r>
            <a:r>
              <a:rPr lang="en-US" sz="2600" cap="all" spc="-100">
                <a:solidFill>
                  <a:schemeClr val="bg1"/>
                </a:solidFill>
                <a:ea typeface="+mj-lt"/>
                <a:cs typeface="+mj-lt"/>
              </a:rPr>
              <a:t>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AD68B-EAD4-A3A9-02F4-A3D5CA017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097" y="2936175"/>
            <a:ext cx="3201130" cy="27354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spc="80" dirty="0">
                <a:solidFill>
                  <a:schemeClr val="bg1"/>
                </a:solidFill>
              </a:rPr>
              <a:t>Working with Others on GitHub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endParaRPr lang="en-US" sz="1400" spc="80" dirty="0">
              <a:solidFill>
                <a:schemeClr val="bg1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endParaRPr lang="en-US" sz="1400" spc="80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endParaRPr lang="en-US" sz="1400" spc="80" dirty="0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400" spc="80" dirty="0">
                <a:solidFill>
                  <a:schemeClr val="bg1"/>
                </a:solidFill>
                <a:ea typeface="+mn-lt"/>
                <a:cs typeface="+mn-lt"/>
              </a:rPr>
              <a:t>Issues → Pull Requests → Projects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400" spc="80" dirty="0">
                <a:solidFill>
                  <a:schemeClr val="bg1"/>
                </a:solidFill>
                <a:ea typeface="+mn-lt"/>
                <a:cs typeface="+mn-lt"/>
              </a:rPr>
              <a:t>Discussions &amp; Wikis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400" spc="80" dirty="0">
                <a:solidFill>
                  <a:schemeClr val="bg1"/>
                </a:solidFill>
                <a:ea typeface="+mn-lt"/>
                <a:cs typeface="+mn-lt"/>
              </a:rPr>
              <a:t>Teams &amp; Sub-teams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Clr>
                <a:srgbClr val="FFFFFF"/>
              </a:buClr>
              <a:buNone/>
            </a:pPr>
            <a:r>
              <a:rPr lang="en-US" sz="1400" spc="80" dirty="0">
                <a:solidFill>
                  <a:schemeClr val="bg1"/>
                </a:solidFill>
                <a:ea typeface="+mn-lt"/>
                <a:cs typeface="+mn-lt"/>
              </a:rPr>
              <a:t>*Live demo focus*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Clr>
                <a:prstClr val="white">
                  <a:lumMod val="85000"/>
                  <a:lumOff val="15000"/>
                </a:prstClr>
              </a:buClr>
              <a:buNone/>
            </a:pPr>
            <a:endParaRPr lang="en-US" sz="1400" spc="80" dirty="0">
              <a:solidFill>
                <a:schemeClr val="bg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ntroduction to Remote Repositories | Learn Git Ebook (CLI Edition)">
            <a:extLst>
              <a:ext uri="{FF2B5EF4-FFF2-40B4-BE49-F238E27FC236}">
                <a16:creationId xmlns:a16="http://schemas.microsoft.com/office/drawing/2014/main" id="{CDE5FB0B-2D66-6374-E7E8-371458EDB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570" y="814745"/>
            <a:ext cx="6202238" cy="522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48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34" y="237744"/>
            <a:ext cx="2926080" cy="638251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100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47FFE-929B-A14A-14A5-F1EA4C5D1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03" y="882418"/>
            <a:ext cx="2312480" cy="1499738"/>
          </a:xfrm>
        </p:spPr>
        <p:txBody>
          <a:bodyPr anchor="b">
            <a:normAutofit/>
          </a:bodyPr>
          <a:lstStyle/>
          <a:p>
            <a:pPr algn="ctr"/>
            <a:r>
              <a:rPr lang="en-US" sz="2800">
                <a:ea typeface="+mj-lt"/>
                <a:cs typeface="+mj-lt"/>
              </a:rPr>
              <a:t>Issues: </a:t>
            </a:r>
            <a:br>
              <a:rPr lang="en-US" sz="2800">
                <a:ea typeface="+mj-lt"/>
                <a:cs typeface="+mj-lt"/>
              </a:rPr>
            </a:br>
            <a:r>
              <a:rPr lang="en-US" sz="2800">
                <a:ea typeface="+mj-lt"/>
                <a:cs typeface="+mj-lt"/>
              </a:rPr>
              <a:t>How to Plan Work!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73C1E-828C-C511-7F17-6E28C3C1E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503" y="2854305"/>
            <a:ext cx="2312479" cy="31497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Describe tasks or bugs in a repo</a:t>
            </a: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Use labels and assignees for clarity</a:t>
            </a: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Issues connect directly to pull requests</a:t>
            </a: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Central place for tracking work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764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167773-AEFE-91D0-CE32-4C143000D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352" y="882398"/>
            <a:ext cx="7040016" cy="512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4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5534" y="237744"/>
            <a:ext cx="2926080" cy="6382512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9100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46269-F32C-5087-2EBF-8D414BD4C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826" y="815503"/>
            <a:ext cx="2312480" cy="1499738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ea typeface="+mj-lt"/>
                <a:cs typeface="+mj-lt"/>
              </a:rPr>
              <a:t>Discussions: Team Conversation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240DA-EAAA-5994-D372-6B39BE9E5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14" y="3073940"/>
            <a:ext cx="2312479" cy="26463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Ask questions, share ideas, make decisions 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Categories keep topics organized 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 Mark answers, pin threads </a:t>
            </a:r>
            <a:endParaRPr 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lr>
                <a:srgbClr val="FFFFFF"/>
              </a:buClr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Convert to/from issues</a:t>
            </a:r>
          </a:p>
          <a:p>
            <a:pPr>
              <a:buClr>
                <a:srgbClr val="FFFFFF"/>
              </a:buClr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Lightweight alternative to chat apps 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69764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06C603-4825-320A-E4C1-50BA39D4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422" y="1850871"/>
            <a:ext cx="7237877" cy="318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58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DC4AA0A-D9C3-4A0B-990D-1BCB0022A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1219386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EA5A96-0216-4983-FA35-8DA133461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993" y="648231"/>
            <a:ext cx="7660318" cy="321733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70878C7-7719-40BD-AA97-751A85670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501" y="4212709"/>
            <a:ext cx="10905302" cy="199706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9D3865-C494-4C4A-8495-8245E9054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348" y="4379135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966C9-1604-740C-30C8-CE3661BE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234" y="4495894"/>
            <a:ext cx="4942542" cy="1371600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Wiki: Living Documentation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8EE79F-FCAA-4CF9-9746-730B51FC4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4634895"/>
            <a:ext cx="0" cy="1152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E97C9-7B25-CC5B-DEA0-928B9DB6E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866" y="4495894"/>
            <a:ext cx="4978899" cy="144471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Space for guides, FAQs, reference</a:t>
            </a:r>
            <a:endParaRPr lang="en-US" sz="1600"/>
          </a:p>
          <a:p>
            <a:pPr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Wiki = how we work, deeper docs</a:t>
            </a:r>
            <a:endParaRPr lang="en-US" sz="1600"/>
          </a:p>
          <a:p>
            <a:pPr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Structured with pages and hierarchy</a:t>
            </a:r>
            <a:endParaRPr lang="en-US" sz="1600"/>
          </a:p>
          <a:p>
            <a:pPr>
              <a:buClr>
                <a:srgbClr val="FFFFFF"/>
              </a:buClr>
            </a:pPr>
            <a:r>
              <a:rPr lang="en-US" sz="1600" dirty="0">
                <a:ea typeface="+mn-lt"/>
                <a:cs typeface="+mn-lt"/>
              </a:rPr>
              <a:t>Version-controlled, same as code</a:t>
            </a:r>
          </a:p>
        </p:txBody>
      </p:sp>
    </p:spTree>
    <p:extLst>
      <p:ext uri="{BB962C8B-B14F-4D97-AF65-F5344CB8AC3E}">
        <p14:creationId xmlns:p14="http://schemas.microsoft.com/office/powerpoint/2010/main" val="1437778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82E2A95-1A08-4118-83C6-B1CA5648E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DC0EC7-60EA-4BD3-BC04-D547DE1B2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0122" y="413053"/>
            <a:ext cx="8212114" cy="6064596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</p:sp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F1E63B76-08F8-B77B-F096-4CA3592B3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084" y="882398"/>
            <a:ext cx="6673110" cy="512161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2FFEFC7E-85EE-4AC9-A351-FBEB13A1D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2511BB-FC4C-45F3-94EB-661D6806C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56699" y="413053"/>
            <a:ext cx="2616201" cy="60645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2CA81C-8BF2-AE60-458A-630D98BF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1801" y="612843"/>
            <a:ext cx="2312480" cy="1499738"/>
          </a:xfrm>
        </p:spPr>
        <p:txBody>
          <a:bodyPr anchor="b">
            <a:normAutofit/>
          </a:bodyPr>
          <a:lstStyle/>
          <a:p>
            <a:pPr algn="ctr"/>
            <a:r>
              <a:rPr lang="en-US" sz="2800" dirty="0">
                <a:ea typeface="+mj-lt"/>
                <a:cs typeface="+mj-lt"/>
              </a:rPr>
              <a:t>Teams &amp; Sub-teams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D95BF-739B-3571-81CD-CA2F76047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1801" y="2960451"/>
            <a:ext cx="2312479" cy="30435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Organize people by function or role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lr>
                <a:srgbClr val="262626"/>
              </a:buClr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Set default repo permissions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lr>
                <a:srgbClr val="262626"/>
              </a:buClr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Use nested sub-teams for structure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Clr>
                <a:srgbClr val="262626"/>
              </a:buClr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@mention teams in issues/discussions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72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C0BC6-8D3F-430B-8014-CAB174F39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8627A-3809-1371-ECF6-A908B9F6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700" cap="all" spc="-100">
                <a:solidFill>
                  <a:schemeClr val="bg1"/>
                </a:solidFill>
              </a:rPr>
              <a:t>Teamwork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B9661-1E99-D97B-62B4-B6DACFD0A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6493" y="4708186"/>
            <a:ext cx="2978282" cy="99222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spc="80">
                <a:solidFill>
                  <a:schemeClr val="bg1"/>
                </a:solidFill>
              </a:rPr>
              <a:t>Branching, Pull Requests, Reviews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gears&#10;&#10;AI-generated content may be incorrect.">
            <a:extLst>
              <a:ext uri="{FF2B5EF4-FFF2-40B4-BE49-F238E27FC236}">
                <a16:creationId xmlns:a16="http://schemas.microsoft.com/office/drawing/2014/main" id="{6F594E50-91AF-D195-AB9F-05DA10340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570" y="1372946"/>
            <a:ext cx="6202238" cy="410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16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6D989-73C5-0C96-4031-1D7104CF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Cloning &amp; Forking Repos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51FD9C-B8D2-CE43-6ABB-7456D850D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632" y="1999211"/>
            <a:ext cx="4274736" cy="3849624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41A13F1-672E-75E0-5BEB-A45FEEE0B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960" y="2336078"/>
            <a:ext cx="6362990" cy="3167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29B38E-A08C-71F1-569A-6E052F00870A}"/>
              </a:ext>
            </a:extLst>
          </p:cNvPr>
          <p:cNvSpPr txBox="1"/>
          <p:nvPr/>
        </p:nvSpPr>
        <p:spPr>
          <a:xfrm>
            <a:off x="1547090" y="6003637"/>
            <a:ext cx="909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+mn-lt"/>
                <a:cs typeface="+mn-lt"/>
                <a:hlinkClick r:id="rId4"/>
              </a:rPr>
              <a:t>https://docs.github.com/en/repositories/creating-and-managing-repositories/cloning-a-repository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69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E1903-37F3-5F64-1997-1F66C3D9C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Cloning From VSCode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5D361-B69B-5034-6133-ECFE1D980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Press</a:t>
            </a:r>
            <a:r>
              <a:rPr lang="en-US"/>
              <a:t> </a:t>
            </a:r>
            <a:r>
              <a:rPr lang="en-US" err="1"/>
              <a:t>Ctrl</a:t>
            </a:r>
            <a:r>
              <a:rPr lang="en-US" err="1">
                <a:latin typeface="Gill Sans MT"/>
              </a:rPr>
              <a:t>+Shift+P</a:t>
            </a:r>
            <a:r>
              <a:rPr lang="en-US">
                <a:ea typeface="+mn-lt"/>
                <a:cs typeface="+mn-lt"/>
              </a:rPr>
              <a:t> (Windows/Linux) or </a:t>
            </a:r>
            <a:r>
              <a:rPr lang="en-US" err="1">
                <a:latin typeface="Gill Sans MT"/>
              </a:rPr>
              <a:t>Cmd+Shift+P</a:t>
            </a:r>
            <a:r>
              <a:rPr lang="en-US">
                <a:ea typeface="+mn-lt"/>
                <a:cs typeface="+mn-lt"/>
              </a:rPr>
              <a:t> (macOS) to access the Command Palette</a:t>
            </a:r>
          </a:p>
          <a:p>
            <a:pPr>
              <a:buClr>
                <a:srgbClr val="262626"/>
              </a:buClr>
            </a:pPr>
            <a:r>
              <a:rPr lang="en-US"/>
              <a:t>Search for `Git: Clone`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F8DFE48-9AB4-0B98-5FE9-F9A14A283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006" y="2876982"/>
            <a:ext cx="10184535" cy="323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74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DC34-522E-37E1-7A93-7E7653F2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0FF7B-DBBC-E62C-8337-28001A65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Cloning From VSCode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588E8-972E-3C1C-0FD2-29EFB7CEA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Enter repo URL</a:t>
            </a:r>
            <a:endParaRPr lang="en-US">
              <a:ea typeface="+mn-lt"/>
              <a:cs typeface="+mn-lt"/>
            </a:endParaRPr>
          </a:p>
          <a:p>
            <a:pPr marL="0" indent="0">
              <a:buClr>
                <a:srgbClr val="262626"/>
              </a:buClr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>
              <a:buClr>
                <a:srgbClr val="262626"/>
              </a:buClr>
            </a:pPr>
            <a:r>
              <a:rPr lang="en-US"/>
              <a:t>Popup will prompt for a destination folder</a:t>
            </a:r>
          </a:p>
          <a:p>
            <a:pPr>
              <a:buClr>
                <a:srgbClr val="262626"/>
              </a:buClr>
            </a:pPr>
            <a:r>
              <a:rPr lang="en-US" err="1"/>
              <a:t>VSCode</a:t>
            </a:r>
            <a:r>
              <a:rPr lang="en-US"/>
              <a:t> will clone the repo for you after you choose a folder, then ask if you wish to open it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FCD9099-425E-0BE3-FBB8-6498BD4C8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193" y="2594408"/>
            <a:ext cx="10070522" cy="188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21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66F8A2C-B8CF-4B20-9A73-2ADCF6302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DD78E9-DE0D-47AF-A0DB-F475221E3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18D329-2010-4A15-B57C-429FFAE35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8B069D-10DC-0818-ADE1-E78CC02D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520" y="1272800"/>
            <a:ext cx="6544620" cy="43124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3000"/>
              </a:lnSpc>
            </a:pPr>
            <a:r>
              <a:rPr lang="en-US" sz="6800" cap="all" spc="-100">
                <a:solidFill>
                  <a:schemeClr val="tx1"/>
                </a:solidFill>
              </a:rPr>
              <a:t>Live Demo!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94262BC-EE98-4BD6-82DB-4955E8DCC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2" y="2057401"/>
            <a:ext cx="0" cy="274320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256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Question mark against red wall">
            <a:extLst>
              <a:ext uri="{FF2B5EF4-FFF2-40B4-BE49-F238E27FC236}">
                <a16:creationId xmlns:a16="http://schemas.microsoft.com/office/drawing/2014/main" id="{4503CB70-2C13-8BF7-2D4D-E9598AF977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6945"/>
          <a:stretch>
            <a:fillRect/>
          </a:stretch>
        </p:blipFill>
        <p:spPr>
          <a:xfrm>
            <a:off x="-1" y="10"/>
            <a:ext cx="12192000" cy="6857988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B121716-8B64-478F-ABDB-17030AD1B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24000">
                <a:schemeClr val="bg1">
                  <a:alpha val="20000"/>
                </a:schemeClr>
              </a:gs>
              <a:gs pos="78000">
                <a:schemeClr val="bg1">
                  <a:alpha val="30000"/>
                </a:schemeClr>
              </a:gs>
              <a:gs pos="50000">
                <a:schemeClr val="bg1">
                  <a:alpha val="30000"/>
                </a:schemeClr>
              </a:gs>
              <a:gs pos="100000">
                <a:schemeClr val="bg1">
                  <a:alpha val="40000"/>
                </a:schemeClr>
              </a:gs>
              <a:gs pos="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1D94B-0944-1734-13E1-70402C124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88" y="217"/>
            <a:ext cx="5116971" cy="297137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lnSpc>
                <a:spcPct val="83000"/>
              </a:lnSpc>
            </a:pPr>
            <a:r>
              <a:rPr lang="en-US" sz="8800" cap="all" spc="-100" dirty="0">
                <a:solidFill>
                  <a:schemeClr val="tx1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8923242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SavonVTI</vt:lpstr>
      <vt:lpstr>The Fundamentals of GitHub: Part 2!</vt:lpstr>
      <vt:lpstr>GitHub Part 2: Collaboration in Practice</vt:lpstr>
      <vt:lpstr>Issues:  How to Plan Work!</vt:lpstr>
      <vt:lpstr>Discussions: Team Conversation</vt:lpstr>
      <vt:lpstr>Wiki: Living Documentation</vt:lpstr>
      <vt:lpstr>Teams &amp; Sub-teams</vt:lpstr>
      <vt:lpstr>Teamwork &amp; Workflow</vt:lpstr>
      <vt:lpstr>Cloning &amp; Forking Repos</vt:lpstr>
      <vt:lpstr>Cloning From VSCode</vt:lpstr>
      <vt:lpstr>Cloning From VSCode</vt:lpstr>
      <vt:lpstr>Live Demo!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145</cp:revision>
  <dcterms:created xsi:type="dcterms:W3CDTF">2025-09-09T02:07:16Z</dcterms:created>
  <dcterms:modified xsi:type="dcterms:W3CDTF">2025-09-25T20:29:18Z</dcterms:modified>
</cp:coreProperties>
</file>