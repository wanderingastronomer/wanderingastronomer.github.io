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75" r:id="rId3"/>
    <p:sldId id="285" r:id="rId4"/>
    <p:sldId id="274" r:id="rId5"/>
    <p:sldId id="280" r:id="rId6"/>
    <p:sldId id="287" r:id="rId7"/>
    <p:sldId id="281" r:id="rId8"/>
    <p:sldId id="284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0804C0-85B9-24F0-FC6B-2869093A923B}" name="Ori Sorenson" initials="OS" userId="S::sorens21@email.franklin.edu::f38d60b1-1c6f-4932-b099-10414c2cf2e1" providerId="AD"/>
  <p188:author id="{BE5B14CA-F618-CC24-5884-BEB7D7E94890}" name="Andrew Brown" initials="AB" userId="S::brown166@email.franklin.edu::27339762-4e74-4db6-9f8a-0c71ed7f9f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CA9992-CE98-65F9-B42D-DF5EDAFE2498}" v="217" dt="2025-10-09T22:58:45.703"/>
    <p1510:client id="{DDAA5487-7BF7-C32A-40BE-54A1E55923F1}" v="187" dt="2025-10-09T02:52:3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rown" userId="S::brown166@email.franklin.edu::27339762-4e74-4db6-9f8a-0c71ed7f9f9a" providerId="AD" clId="Web-{BDFB20E7-8C1D-4CDC-E627-D9E55F268310}"/>
    <pc:docChg chg="addSld delSld modSld">
      <pc:chgData name="Andrew Brown" userId="S::brown166@email.franklin.edu::27339762-4e74-4db6-9f8a-0c71ed7f9f9a" providerId="AD" clId="Web-{BDFB20E7-8C1D-4CDC-E627-D9E55F268310}" dt="2025-09-25T00:56:10.844" v="21"/>
      <pc:docMkLst>
        <pc:docMk/>
      </pc:docMkLst>
      <pc:sldChg chg="add">
        <pc:chgData name="Andrew Brown" userId="S::brown166@email.franklin.edu::27339762-4e74-4db6-9f8a-0c71ed7f9f9a" providerId="AD" clId="Web-{BDFB20E7-8C1D-4CDC-E627-D9E55F268310}" dt="2025-09-25T00:55:20.093" v="3"/>
        <pc:sldMkLst>
          <pc:docMk/>
          <pc:sldMk cId="543619150" sldId="274"/>
        </pc:sldMkLst>
      </pc:sldChg>
      <pc:sldChg chg="addSp modSp add">
        <pc:chgData name="Andrew Brown" userId="S::brown166@email.franklin.edu::27339762-4e74-4db6-9f8a-0c71ed7f9f9a" providerId="AD" clId="Web-{BDFB20E7-8C1D-4CDC-E627-D9E55F268310}" dt="2025-09-25T00:55:53.140" v="19"/>
        <pc:sldMkLst>
          <pc:docMk/>
          <pc:sldMk cId="316767498" sldId="275"/>
        </pc:sldMkLst>
        <pc:spChg chg="mo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2" creationId="{C4612D5F-CC15-F5D3-926E-38B2B168B3B3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9" creationId="{904DB13E-F722-4ED6-BB00-556651E95281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11" creationId="{1E8D93C5-28EB-42D0-86CE-D804955653CC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13" creationId="{AB1B1E7D-F76D-4744-AF85-239E6998A4C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22" creationId="{EA4E4267-CAF0-4C38-8DC6-CD3B1A9F046E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24" creationId="{0EE3ACC5-126D-4BA4-8B45-7F0B5B839C51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26" creationId="{AB2868F7-FE10-4289-A5BD-90763C7A2F5A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28" creationId="{BD94142C-10EE-487C-A327-404FDF358F22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30" creationId="{5F7FAC2D-7A74-4939-A917-A1A5AF93568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5:53.140" v="19"/>
          <ac:spMkLst>
            <pc:docMk/>
            <pc:sldMk cId="316767498" sldId="275"/>
            <ac:spMk id="32" creationId="{BA53A868-C420-4BAE-9244-EC162AF05CFC}"/>
          </ac:spMkLst>
        </pc:spChg>
      </pc:sldChg>
      <pc:sldChg chg="addSp add">
        <pc:chgData name="Andrew Brown" userId="S::brown166@email.franklin.edu::27339762-4e74-4db6-9f8a-0c71ed7f9f9a" providerId="AD" clId="Web-{BDFB20E7-8C1D-4CDC-E627-D9E55F268310}" dt="2025-09-25T00:56:02.781" v="20"/>
        <pc:sldMkLst>
          <pc:docMk/>
          <pc:sldMk cId="3784842692" sldId="280"/>
        </pc:sldMkLst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10" creationId="{904DB13E-F722-4ED6-BB00-556651E95281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12" creationId="{1E8D93C5-28EB-42D0-86CE-D804955653CC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14" creationId="{AB1B1E7D-F76D-4744-AF85-239E6998A4C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16" creationId="{3BB65211-00DB-45B6-A223-033B2D19CBE8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23" creationId="{EA4E4267-CAF0-4C38-8DC6-CD3B1A9F046E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25" creationId="{0EE3ACC5-126D-4BA4-8B45-7F0B5B839C51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27" creationId="{AB2868F7-FE10-4289-A5BD-90763C7A2F5A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29" creationId="{BD94142C-10EE-487C-A327-404FDF358F22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31" creationId="{5F7FAC2D-7A74-4939-A917-A1A5AF93568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02.781" v="20"/>
          <ac:spMkLst>
            <pc:docMk/>
            <pc:sldMk cId="3784842692" sldId="280"/>
            <ac:spMk id="33" creationId="{BA53A868-C420-4BAE-9244-EC162AF05CFC}"/>
          </ac:spMkLst>
        </pc:spChg>
      </pc:sldChg>
      <pc:sldChg chg="addSp modSp add">
        <pc:chgData name="Andrew Brown" userId="S::brown166@email.franklin.edu::27339762-4e74-4db6-9f8a-0c71ed7f9f9a" providerId="AD" clId="Web-{BDFB20E7-8C1D-4CDC-E627-D9E55F268310}" dt="2025-09-25T00:56:10.844" v="21"/>
        <pc:sldMkLst>
          <pc:docMk/>
          <pc:sldMk cId="767527686" sldId="281"/>
        </pc:sldMkLst>
        <pc:spChg chg="mo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2" creationId="{208B31AB-32A5-FDA3-2C90-5D65FAE80558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10" creationId="{904DB13E-F722-4ED6-BB00-556651E95281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12" creationId="{1E8D93C5-28EB-42D0-86CE-D804955653CC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14" creationId="{AB1B1E7D-F76D-4744-AF85-239E6998A4C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16" creationId="{3BB65211-00DB-45B6-A223-033B2D19CBE8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23" creationId="{EA4E4267-CAF0-4C38-8DC6-CD3B1A9F046E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27" creationId="{AB2868F7-FE10-4289-A5BD-90763C7A2F5A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29" creationId="{BD94142C-10EE-487C-A327-404FDF358F22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31" creationId="{5F7FAC2D-7A74-4939-A917-A1A5AF935685}"/>
          </ac:spMkLst>
        </pc:spChg>
        <pc:spChg chg="add">
          <ac:chgData name="Andrew Brown" userId="S::brown166@email.franklin.edu::27339762-4e74-4db6-9f8a-0c71ed7f9f9a" providerId="AD" clId="Web-{BDFB20E7-8C1D-4CDC-E627-D9E55F268310}" dt="2025-09-25T00:56:10.844" v="21"/>
          <ac:spMkLst>
            <pc:docMk/>
            <pc:sldMk cId="767527686" sldId="281"/>
            <ac:spMk id="33" creationId="{BA53A868-C420-4BAE-9244-EC162AF05CFC}"/>
          </ac:spMkLst>
        </pc:spChg>
      </pc:sldChg>
      <pc:sldChg chg="add">
        <pc:chgData name="Andrew Brown" userId="S::brown166@email.franklin.edu::27339762-4e74-4db6-9f8a-0c71ed7f9f9a" providerId="AD" clId="Web-{BDFB20E7-8C1D-4CDC-E627-D9E55F268310}" dt="2025-09-25T00:55:21.327" v="8"/>
        <pc:sldMkLst>
          <pc:docMk/>
          <pc:sldMk cId="26898795" sldId="282"/>
        </pc:sldMkLst>
      </pc:sldChg>
    </pc:docChg>
  </pc:docChgLst>
  <pc:docChgLst>
    <pc:chgData name="Andrew Brown" userId="S::brown166@email.franklin.edu::27339762-4e74-4db6-9f8a-0c71ed7f9f9a" providerId="AD" clId="Web-{DDAA5487-7BF7-C32A-40BE-54A1E55923F1}"/>
    <pc:docChg chg="addSld delSld modSld">
      <pc:chgData name="Andrew Brown" userId="S::brown166@email.franklin.edu::27339762-4e74-4db6-9f8a-0c71ed7f9f9a" providerId="AD" clId="Web-{DDAA5487-7BF7-C32A-40BE-54A1E55923F1}" dt="2025-10-09T02:52:42.226" v="171"/>
      <pc:docMkLst>
        <pc:docMk/>
      </pc:docMkLst>
      <pc:sldChg chg="modSp">
        <pc:chgData name="Andrew Brown" userId="S::brown166@email.franklin.edu::27339762-4e74-4db6-9f8a-0c71ed7f9f9a" providerId="AD" clId="Web-{DDAA5487-7BF7-C32A-40BE-54A1E55923F1}" dt="2025-10-08T23:03:58.677" v="1" actId="20577"/>
        <pc:sldMkLst>
          <pc:docMk/>
          <pc:sldMk cId="109857222" sldId="256"/>
        </pc:sldMkLst>
        <pc:spChg chg="mod">
          <ac:chgData name="Andrew Brown" userId="S::brown166@email.franklin.edu::27339762-4e74-4db6-9f8a-0c71ed7f9f9a" providerId="AD" clId="Web-{DDAA5487-7BF7-C32A-40BE-54A1E55923F1}" dt="2025-10-08T23:03:58.677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add del mod setClrOvrMap">
        <pc:chgData name="Andrew Brown" userId="S::brown166@email.franklin.edu::27339762-4e74-4db6-9f8a-0c71ed7f9f9a" providerId="AD" clId="Web-{DDAA5487-7BF7-C32A-40BE-54A1E55923F1}" dt="2025-10-08T23:19:16.094" v="87"/>
        <pc:sldMkLst>
          <pc:docMk/>
          <pc:sldMk cId="4091550909" sldId="264"/>
        </pc:sldMkLst>
        <pc:spChg chg="add del mod">
          <ac:chgData name="Andrew Brown" userId="S::brown166@email.franklin.edu::27339762-4e74-4db6-9f8a-0c71ed7f9f9a" providerId="AD" clId="Web-{DDAA5487-7BF7-C32A-40BE-54A1E55923F1}" dt="2025-10-08T23:14:22.212" v="48" actId="20577"/>
          <ac:spMkLst>
            <pc:docMk/>
            <pc:sldMk cId="4091550909" sldId="264"/>
            <ac:spMk id="2" creationId="{8C96E32B-27BD-33A9-6CBB-6D15693EACF1}"/>
          </ac:spMkLst>
        </pc:spChg>
        <pc:spChg chg="del mod">
          <ac:chgData name="Andrew Brown" userId="S::brown166@email.franklin.edu::27339762-4e74-4db6-9f8a-0c71ed7f9f9a" providerId="AD" clId="Web-{DDAA5487-7BF7-C32A-40BE-54A1E55923F1}" dt="2025-10-08T23:09:58.457" v="7"/>
          <ac:spMkLst>
            <pc:docMk/>
            <pc:sldMk cId="4091550909" sldId="264"/>
            <ac:spMk id="3" creationId="{939419CE-6AFC-9AF4-6926-5CE6EC119993}"/>
          </ac:spMkLst>
        </pc:spChg>
        <pc:spChg chg="add del mod">
          <ac:chgData name="Andrew Brown" userId="S::brown166@email.franklin.edu::27339762-4e74-4db6-9f8a-0c71ed7f9f9a" providerId="AD" clId="Web-{DDAA5487-7BF7-C32A-40BE-54A1E55923F1}" dt="2025-10-08T23:10:27.864" v="27"/>
          <ac:spMkLst>
            <pc:docMk/>
            <pc:sldMk cId="4091550909" sldId="264"/>
            <ac:spMk id="4" creationId="{2759AB91-6905-5D00-28BA-1F164A7F5EFD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0:34.567" v="30"/>
          <ac:spMkLst>
            <pc:docMk/>
            <pc:sldMk cId="4091550909" sldId="264"/>
            <ac:spMk id="5" creationId="{312AF14D-F04E-F5D0-821D-E823F508E679}"/>
          </ac:spMkLst>
        </pc:spChg>
        <pc:spChg chg="add del mod">
          <ac:chgData name="Andrew Brown" userId="S::brown166@email.franklin.edu::27339762-4e74-4db6-9f8a-0c71ed7f9f9a" providerId="AD" clId="Web-{DDAA5487-7BF7-C32A-40BE-54A1E55923F1}" dt="2025-10-08T23:10:33.254" v="29"/>
          <ac:spMkLst>
            <pc:docMk/>
            <pc:sldMk cId="4091550909" sldId="264"/>
            <ac:spMk id="6" creationId="{521CF6AA-0015-2EE7-3560-5D9DABC55F06}"/>
          </ac:spMkLst>
        </pc:spChg>
        <pc:spChg chg="add del mod">
          <ac:chgData name="Andrew Brown" userId="S::brown166@email.franklin.edu::27339762-4e74-4db6-9f8a-0c71ed7f9f9a" providerId="AD" clId="Web-{DDAA5487-7BF7-C32A-40BE-54A1E55923F1}" dt="2025-10-08T23:10:25.098" v="21"/>
          <ac:spMkLst>
            <pc:docMk/>
            <pc:sldMk cId="4091550909" sldId="264"/>
            <ac:spMk id="8" creationId="{16535D21-EF93-91C4-E9DB-50887C6EA743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0:22.332" v="20"/>
          <ac:spMkLst>
            <pc:docMk/>
            <pc:sldMk cId="4091550909" sldId="264"/>
            <ac:spMk id="9" creationId="{8C96E32B-27BD-33A9-6CBB-6D15693EACF1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0:22.332" v="20"/>
          <ac:spMkLst>
            <pc:docMk/>
            <pc:sldMk cId="4091550909" sldId="264"/>
            <ac:spMk id="10" creationId="{312AF14D-F04E-F5D0-821D-E823F508E679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0:22.332" v="20"/>
          <ac:spMkLst>
            <pc:docMk/>
            <pc:sldMk cId="4091550909" sldId="264"/>
            <ac:spMk id="11" creationId="{521CF6AA-0015-2EE7-3560-5D9DABC55F06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0:22.332" v="20"/>
          <ac:spMkLst>
            <pc:docMk/>
            <pc:sldMk cId="4091550909" sldId="264"/>
            <ac:spMk id="12" creationId="{2759AB91-6905-5D00-28BA-1F164A7F5EFD}"/>
          </ac:spMkLst>
        </pc:spChg>
        <pc:spChg chg="add del mod">
          <ac:chgData name="Andrew Brown" userId="S::brown166@email.franklin.edu::27339762-4e74-4db6-9f8a-0c71ed7f9f9a" providerId="AD" clId="Web-{DDAA5487-7BF7-C32A-40BE-54A1E55923F1}" dt="2025-10-08T23:15:09.744" v="64"/>
          <ac:spMkLst>
            <pc:docMk/>
            <pc:sldMk cId="4091550909" sldId="264"/>
            <ac:spMk id="13" creationId="{2F65CDBD-9983-3B4D-A1D7-2B0484CADD3B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5:09.744" v="66"/>
          <ac:spMkLst>
            <pc:docMk/>
            <pc:sldMk cId="4091550909" sldId="264"/>
            <ac:spMk id="18" creationId="{065FAA58-0EDC-412F-A5F8-01968BE6052E}"/>
          </ac:spMkLst>
        </pc:spChg>
        <pc:spChg chg="add">
          <ac:chgData name="Andrew Brown" userId="S::brown166@email.franklin.edu::27339762-4e74-4db6-9f8a-0c71ed7f9f9a" providerId="AD" clId="Web-{DDAA5487-7BF7-C32A-40BE-54A1E55923F1}" dt="2025-10-08T23:10:56.255" v="33"/>
          <ac:spMkLst>
            <pc:docMk/>
            <pc:sldMk cId="4091550909" sldId="264"/>
            <ac:spMk id="20" creationId="{C8089CB0-2F03-4E3C-ADBB-570A3BE78F86}"/>
          </ac:spMkLst>
        </pc:spChg>
        <pc:spChg chg="add">
          <ac:chgData name="Andrew Brown" userId="S::brown166@email.franklin.edu::27339762-4e74-4db6-9f8a-0c71ed7f9f9a" providerId="AD" clId="Web-{DDAA5487-7BF7-C32A-40BE-54A1E55923F1}" dt="2025-10-08T23:10:56.255" v="33"/>
          <ac:spMkLst>
            <pc:docMk/>
            <pc:sldMk cId="4091550909" sldId="264"/>
            <ac:spMk id="22" creationId="{0DBA80B1-3B69-49C0-8AC9-716ABA57F577}"/>
          </ac:spMkLst>
        </pc:spChg>
        <pc:spChg chg="add">
          <ac:chgData name="Andrew Brown" userId="S::brown166@email.franklin.edu::27339762-4e74-4db6-9f8a-0c71ed7f9f9a" providerId="AD" clId="Web-{DDAA5487-7BF7-C32A-40BE-54A1E55923F1}" dt="2025-10-08T23:10:56.255" v="33"/>
          <ac:spMkLst>
            <pc:docMk/>
            <pc:sldMk cId="4091550909" sldId="264"/>
            <ac:spMk id="24" creationId="{047E1103-B264-49BE-BC2A-F4E40BD33B41}"/>
          </ac:spMkLst>
        </pc:spChg>
        <pc:spChg chg="add del">
          <ac:chgData name="Andrew Brown" userId="S::brown166@email.franklin.edu::27339762-4e74-4db6-9f8a-0c71ed7f9f9a" providerId="AD" clId="Web-{DDAA5487-7BF7-C32A-40BE-54A1E55923F1}" dt="2025-10-08T23:15:09.744" v="65"/>
          <ac:spMkLst>
            <pc:docMk/>
            <pc:sldMk cId="4091550909" sldId="264"/>
            <ac:spMk id="26" creationId="{52DA11B6-B538-4624-9628-98B823D761D5}"/>
          </ac:spMkLst>
        </pc:spChg>
        <pc:spChg chg="add">
          <ac:chgData name="Andrew Brown" userId="S::brown166@email.franklin.edu::27339762-4e74-4db6-9f8a-0c71ed7f9f9a" providerId="AD" clId="Web-{DDAA5487-7BF7-C32A-40BE-54A1E55923F1}" dt="2025-10-08T23:10:56.255" v="33"/>
          <ac:spMkLst>
            <pc:docMk/>
            <pc:sldMk cId="4091550909" sldId="264"/>
            <ac:spMk id="28" creationId="{CFB1CB5B-67A5-45DB-B8E1-7A09A642E3E4}"/>
          </ac:spMkLst>
        </pc:spChg>
      </pc:sldChg>
      <pc:sldChg chg="addSp delSp modSp mod setBg">
        <pc:chgData name="Andrew Brown" userId="S::brown166@email.franklin.edu::27339762-4e74-4db6-9f8a-0c71ed7f9f9a" providerId="AD" clId="Web-{DDAA5487-7BF7-C32A-40BE-54A1E55923F1}" dt="2025-10-09T02:52:42.226" v="171"/>
        <pc:sldMkLst>
          <pc:docMk/>
          <pc:sldMk cId="543619150" sldId="274"/>
        </pc:sldMkLst>
        <pc:spChg chg="mo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2" creationId="{2502D693-8A8F-5107-20BA-034293B454C5}"/>
          </ac:spMkLst>
        </pc:spChg>
        <pc:spChg chg="del mod">
          <ac:chgData name="Andrew Brown" userId="S::brown166@email.franklin.edu::27339762-4e74-4db6-9f8a-0c71ed7f9f9a" providerId="AD" clId="Web-{DDAA5487-7BF7-C32A-40BE-54A1E55923F1}" dt="2025-10-09T00:13:20.651" v="102"/>
          <ac:spMkLst>
            <pc:docMk/>
            <pc:sldMk cId="543619150" sldId="274"/>
            <ac:spMk id="3" creationId="{6C58B896-A1DE-A51B-39C1-800FE1F87750}"/>
          </ac:spMkLst>
        </pc:spChg>
        <pc:spChg chg="add mo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3" creationId="{9E48D86E-F85D-18A6-FF54-4BF4CE35F9BD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8" creationId="{904DB13E-F722-4ED6-BB00-556651E95281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10" creationId="{7B58A187-A4B1-42EB-A4C7-8635BA507BCE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12" creationId="{37F14E7F-3054-458C-ACF9-A8DA1757C65C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14" creationId="{93747C1C-97FC-4D70-A6C8-A01FBCF5A9DC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21" creationId="{D071C0CD-5EFD-45A1-AAFD-61C3D4A65188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23" creationId="{8A03302C-20A2-4C4F-9760-E85AE1041385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25" creationId="{D00F093B-0739-4429-B30D-D72924D08871}"/>
          </ac:spMkLst>
        </pc:spChg>
        <pc:spChg chg="add">
          <ac:chgData name="Andrew Brown" userId="S::brown166@email.franklin.edu::27339762-4e74-4db6-9f8a-0c71ed7f9f9a" providerId="AD" clId="Web-{DDAA5487-7BF7-C32A-40BE-54A1E55923F1}" dt="2025-10-09T02:52:42.226" v="171"/>
          <ac:spMkLst>
            <pc:docMk/>
            <pc:sldMk cId="543619150" sldId="274"/>
            <ac:spMk id="27" creationId="{1BB92999-6A40-480A-8965-2F20DFB032B5}"/>
          </ac:spMkLst>
        </pc:spChg>
      </pc:sldChg>
      <pc:sldChg chg="del">
        <pc:chgData name="Andrew Brown" userId="S::brown166@email.franklin.edu::27339762-4e74-4db6-9f8a-0c71ed7f9f9a" providerId="AD" clId="Web-{DDAA5487-7BF7-C32A-40BE-54A1E55923F1}" dt="2025-10-08T23:34:09.313" v="89"/>
        <pc:sldMkLst>
          <pc:docMk/>
          <pc:sldMk cId="675566300" sldId="277"/>
        </pc:sldMkLst>
      </pc:sldChg>
      <pc:sldChg chg="del">
        <pc:chgData name="Andrew Brown" userId="S::brown166@email.franklin.edu::27339762-4e74-4db6-9f8a-0c71ed7f9f9a" providerId="AD" clId="Web-{DDAA5487-7BF7-C32A-40BE-54A1E55923F1}" dt="2025-10-08T23:05:06.181" v="3"/>
        <pc:sldMkLst>
          <pc:docMk/>
          <pc:sldMk cId="2832107400" sldId="279"/>
        </pc:sldMkLst>
      </pc:sldChg>
      <pc:sldChg chg="addSp delSp modSp">
        <pc:chgData name="Andrew Brown" userId="S::brown166@email.franklin.edu::27339762-4e74-4db6-9f8a-0c71ed7f9f9a" providerId="AD" clId="Web-{DDAA5487-7BF7-C32A-40BE-54A1E55923F1}" dt="2025-10-08T23:17:53.043" v="86" actId="20577"/>
        <pc:sldMkLst>
          <pc:docMk/>
          <pc:sldMk cId="767527686" sldId="281"/>
        </pc:sldMkLst>
        <pc:spChg chg="mod">
          <ac:chgData name="Andrew Brown" userId="S::brown166@email.franklin.edu::27339762-4e74-4db6-9f8a-0c71ed7f9f9a" providerId="AD" clId="Web-{DDAA5487-7BF7-C32A-40BE-54A1E55923F1}" dt="2025-10-08T23:15:57.010" v="73" actId="1076"/>
          <ac:spMkLst>
            <pc:docMk/>
            <pc:sldMk cId="767527686" sldId="281"/>
            <ac:spMk id="2" creationId="{208B31AB-32A5-FDA3-2C90-5D65FAE80558}"/>
          </ac:spMkLst>
        </pc:spChg>
        <pc:spChg chg="add">
          <ac:chgData name="Andrew Brown" userId="S::brown166@email.franklin.edu::27339762-4e74-4db6-9f8a-0c71ed7f9f9a" providerId="AD" clId="Web-{DDAA5487-7BF7-C32A-40BE-54A1E55923F1}" dt="2025-10-08T23:15:14.338" v="68"/>
          <ac:spMkLst>
            <pc:docMk/>
            <pc:sldMk cId="767527686" sldId="281"/>
            <ac:spMk id="3" creationId="{065FAA58-0EDC-412F-A5F8-01968BE6052E}"/>
          </ac:spMkLst>
        </pc:spChg>
        <pc:spChg chg="add mod">
          <ac:chgData name="Andrew Brown" userId="S::brown166@email.franklin.edu::27339762-4e74-4db6-9f8a-0c71ed7f9f9a" providerId="AD" clId="Web-{DDAA5487-7BF7-C32A-40BE-54A1E55923F1}" dt="2025-10-08T23:16:50.136" v="79"/>
          <ac:spMkLst>
            <pc:docMk/>
            <pc:sldMk cId="767527686" sldId="281"/>
            <ac:spMk id="4" creationId="{52DA11B6-B538-4624-9628-98B823D761D5}"/>
          </ac:spMkLst>
        </pc:spChg>
        <pc:spChg chg="add mod">
          <ac:chgData name="Andrew Brown" userId="S::brown166@email.franklin.edu::27339762-4e74-4db6-9f8a-0c71ed7f9f9a" providerId="AD" clId="Web-{DDAA5487-7BF7-C32A-40BE-54A1E55923F1}" dt="2025-10-08T23:17:47.574" v="84" actId="20577"/>
          <ac:spMkLst>
            <pc:docMk/>
            <pc:sldMk cId="767527686" sldId="281"/>
            <ac:spMk id="6" creationId="{2F65CDBD-9983-3B4D-A1D7-2B0484CADD3B}"/>
          </ac:spMkLst>
        </pc:spChg>
        <pc:spChg chg="add mod">
          <ac:chgData name="Andrew Brown" userId="S::brown166@email.franklin.edu::27339762-4e74-4db6-9f8a-0c71ed7f9f9a" providerId="AD" clId="Web-{DDAA5487-7BF7-C32A-40BE-54A1E55923F1}" dt="2025-10-08T23:17:53.043" v="86" actId="20577"/>
          <ac:spMkLst>
            <pc:docMk/>
            <pc:sldMk cId="767527686" sldId="281"/>
            <ac:spMk id="7" creationId="{0F101707-7BC1-A880-FE03-811EAE35A961}"/>
          </ac:spMkLst>
        </pc:spChg>
        <pc:picChg chg="del">
          <ac:chgData name="Andrew Brown" userId="S::brown166@email.franklin.edu::27339762-4e74-4db6-9f8a-0c71ed7f9f9a" providerId="AD" clId="Web-{DDAA5487-7BF7-C32A-40BE-54A1E55923F1}" dt="2025-10-08T23:15:13.291" v="67"/>
          <ac:picMkLst>
            <pc:docMk/>
            <pc:sldMk cId="767527686" sldId="281"/>
            <ac:picMk id="5" creationId="{27B660CA-FE6B-5CFB-10B2-29C801E27C92}"/>
          </ac:picMkLst>
        </pc:picChg>
      </pc:sldChg>
      <pc:sldChg chg="add del">
        <pc:chgData name="Andrew Brown" userId="S::brown166@email.franklin.edu::27339762-4e74-4db6-9f8a-0c71ed7f9f9a" providerId="AD" clId="Web-{DDAA5487-7BF7-C32A-40BE-54A1E55923F1}" dt="2025-10-08T23:06:19.090" v="5"/>
        <pc:sldMkLst>
          <pc:docMk/>
          <pc:sldMk cId="1954293747" sldId="283"/>
        </pc:sldMkLst>
      </pc:sldChg>
      <pc:sldChg chg="modSp add del replId">
        <pc:chgData name="Andrew Brown" userId="S::brown166@email.franklin.edu::27339762-4e74-4db6-9f8a-0c71ed7f9f9a" providerId="AD" clId="Web-{DDAA5487-7BF7-C32A-40BE-54A1E55923F1}" dt="2025-10-08T23:19:23.908" v="88"/>
        <pc:sldMkLst>
          <pc:docMk/>
          <pc:sldMk cId="3536030013" sldId="283"/>
        </pc:sldMkLst>
        <pc:spChg chg="mod">
          <ac:chgData name="Andrew Brown" userId="S::brown166@email.franklin.edu::27339762-4e74-4db6-9f8a-0c71ed7f9f9a" providerId="AD" clId="Web-{DDAA5487-7BF7-C32A-40BE-54A1E55923F1}" dt="2025-10-08T23:11:33.818" v="37" actId="20577"/>
          <ac:spMkLst>
            <pc:docMk/>
            <pc:sldMk cId="3536030013" sldId="283"/>
            <ac:spMk id="3" creationId="{63005080-A73A-83A5-4BB5-A93880BFF27E}"/>
          </ac:spMkLst>
        </pc:spChg>
      </pc:sldChg>
      <pc:sldChg chg="add replId">
        <pc:chgData name="Andrew Brown" userId="S::brown166@email.franklin.edu::27339762-4e74-4db6-9f8a-0c71ed7f9f9a" providerId="AD" clId="Web-{DDAA5487-7BF7-C32A-40BE-54A1E55923F1}" dt="2025-10-08T23:14:17.696" v="46"/>
        <pc:sldMkLst>
          <pc:docMk/>
          <pc:sldMk cId="3556681801" sldId="284"/>
        </pc:sldMkLst>
      </pc:sldChg>
      <pc:sldChg chg="new del">
        <pc:chgData name="Andrew Brown" userId="S::brown166@email.franklin.edu::27339762-4e74-4db6-9f8a-0c71ed7f9f9a" providerId="AD" clId="Web-{DDAA5487-7BF7-C32A-40BE-54A1E55923F1}" dt="2025-10-09T02:51:13.286" v="145"/>
        <pc:sldMkLst>
          <pc:docMk/>
          <pc:sldMk cId="1233242765" sldId="285"/>
        </pc:sldMkLst>
      </pc:sldChg>
      <pc:sldChg chg="modSp new del">
        <pc:chgData name="Andrew Brown" userId="S::brown166@email.franklin.edu::27339762-4e74-4db6-9f8a-0c71ed7f9f9a" providerId="AD" clId="Web-{DDAA5487-7BF7-C32A-40BE-54A1E55923F1}" dt="2025-10-09T00:41:30.415" v="143"/>
        <pc:sldMkLst>
          <pc:docMk/>
          <pc:sldMk cId="2423278450" sldId="285"/>
        </pc:sldMkLst>
        <pc:spChg chg="mod">
          <ac:chgData name="Andrew Brown" userId="S::brown166@email.franklin.edu::27339762-4e74-4db6-9f8a-0c71ed7f9f9a" providerId="AD" clId="Web-{DDAA5487-7BF7-C32A-40BE-54A1E55923F1}" dt="2025-10-09T00:13:42.948" v="108" actId="20577"/>
          <ac:spMkLst>
            <pc:docMk/>
            <pc:sldMk cId="2423278450" sldId="285"/>
            <ac:spMk id="3" creationId="{89A18EF5-6E5E-6250-DD08-A65603FC8F11}"/>
          </ac:spMkLst>
        </pc:spChg>
        <pc:spChg chg="mod">
          <ac:chgData name="Andrew Brown" userId="S::brown166@email.franklin.edu::27339762-4e74-4db6-9f8a-0c71ed7f9f9a" providerId="AD" clId="Web-{DDAA5487-7BF7-C32A-40BE-54A1E55923F1}" dt="2025-10-09T00:18:17.111" v="142" actId="20577"/>
          <ac:spMkLst>
            <pc:docMk/>
            <pc:sldMk cId="2423278450" sldId="285"/>
            <ac:spMk id="4" creationId="{25ED94AA-BF68-2367-260D-C317038AF1FB}"/>
          </ac:spMkLst>
        </pc:spChg>
      </pc:sldChg>
    </pc:docChg>
  </pc:docChgLst>
  <pc:docChgLst>
    <pc:chgData name="Andrew Brown" userId="S::brown166@email.franklin.edu::27339762-4e74-4db6-9f8a-0c71ed7f9f9a" providerId="AD" clId="Web-{0BCA9992-CE98-65F9-B42D-DF5EDAFE2498}"/>
    <pc:docChg chg="addSld delSld modSld sldOrd">
      <pc:chgData name="Andrew Brown" userId="S::brown166@email.franklin.edu::27339762-4e74-4db6-9f8a-0c71ed7f9f9a" providerId="AD" clId="Web-{0BCA9992-CE98-65F9-B42D-DF5EDAFE2498}" dt="2025-10-09T22:58:45.703" v="225" actId="20577"/>
      <pc:docMkLst>
        <pc:docMk/>
      </pc:docMkLst>
      <pc:sldChg chg="modSp">
        <pc:chgData name="Andrew Brown" userId="S::brown166@email.franklin.edu::27339762-4e74-4db6-9f8a-0c71ed7f9f9a" providerId="AD" clId="Web-{0BCA9992-CE98-65F9-B42D-DF5EDAFE2498}" dt="2025-10-09T22:24:19.182" v="9" actId="20577"/>
        <pc:sldMkLst>
          <pc:docMk/>
          <pc:sldMk cId="543619150" sldId="274"/>
        </pc:sldMkLst>
        <pc:spChg chg="mod">
          <ac:chgData name="Andrew Brown" userId="S::brown166@email.franklin.edu::27339762-4e74-4db6-9f8a-0c71ed7f9f9a" providerId="AD" clId="Web-{0BCA9992-CE98-65F9-B42D-DF5EDAFE2498}" dt="2025-10-09T22:24:19.182" v="9" actId="20577"/>
          <ac:spMkLst>
            <pc:docMk/>
            <pc:sldMk cId="543619150" sldId="274"/>
            <ac:spMk id="2" creationId="{2502D693-8A8F-5107-20BA-034293B454C5}"/>
          </ac:spMkLst>
        </pc:spChg>
      </pc:sldChg>
      <pc:sldChg chg="modSp add del">
        <pc:chgData name="Andrew Brown" userId="S::brown166@email.franklin.edu::27339762-4e74-4db6-9f8a-0c71ed7f9f9a" providerId="AD" clId="Web-{0BCA9992-CE98-65F9-B42D-DF5EDAFE2498}" dt="2025-10-09T22:36:18.776" v="12"/>
        <pc:sldMkLst>
          <pc:docMk/>
          <pc:sldMk cId="2343936828" sldId="276"/>
        </pc:sldMkLst>
        <pc:spChg chg="mod">
          <ac:chgData name="Andrew Brown" userId="S::brown166@email.franklin.edu::27339762-4e74-4db6-9f8a-0c71ed7f9f9a" providerId="AD" clId="Web-{0BCA9992-CE98-65F9-B42D-DF5EDAFE2498}" dt="2025-10-09T22:23:16.102" v="4" actId="20577"/>
          <ac:spMkLst>
            <pc:docMk/>
            <pc:sldMk cId="2343936828" sldId="276"/>
            <ac:spMk id="2" creationId="{701FC39D-934E-55BB-74F4-5E8E6E727A29}"/>
          </ac:spMkLst>
        </pc:spChg>
      </pc:sldChg>
      <pc:sldChg chg="modSp del">
        <pc:chgData name="Andrew Brown" userId="S::brown166@email.franklin.edu::27339762-4e74-4db6-9f8a-0c71ed7f9f9a" providerId="AD" clId="Web-{0BCA9992-CE98-65F9-B42D-DF5EDAFE2498}" dt="2025-10-09T22:52:56.113" v="90"/>
        <pc:sldMkLst>
          <pc:docMk/>
          <pc:sldMk cId="1424887723" sldId="278"/>
        </pc:sldMkLst>
        <pc:spChg chg="mod">
          <ac:chgData name="Andrew Brown" userId="S::brown166@email.franklin.edu::27339762-4e74-4db6-9f8a-0c71ed7f9f9a" providerId="AD" clId="Web-{0BCA9992-CE98-65F9-B42D-DF5EDAFE2498}" dt="2025-10-09T22:52:50.816" v="87" actId="20577"/>
          <ac:spMkLst>
            <pc:docMk/>
            <pc:sldMk cId="1424887723" sldId="278"/>
            <ac:spMk id="2" creationId="{3B233997-D5FF-4BA9-DCF4-09E51A71865D}"/>
          </ac:spMkLst>
        </pc:spChg>
      </pc:sldChg>
      <pc:sldChg chg="addSp modSp">
        <pc:chgData name="Andrew Brown" userId="S::brown166@email.franklin.edu::27339762-4e74-4db6-9f8a-0c71ed7f9f9a" providerId="AD" clId="Web-{0BCA9992-CE98-65F9-B42D-DF5EDAFE2498}" dt="2025-10-09T22:52:15.799" v="85" actId="14100"/>
        <pc:sldMkLst>
          <pc:docMk/>
          <pc:sldMk cId="26898795" sldId="282"/>
        </pc:sldMkLst>
        <pc:spChg chg="mod ord">
          <ac:chgData name="Andrew Brown" userId="S::brown166@email.franklin.edu::27339762-4e74-4db6-9f8a-0c71ed7f9f9a" providerId="AD" clId="Web-{0BCA9992-CE98-65F9-B42D-DF5EDAFE2498}" dt="2025-10-09T22:52:15.799" v="85" actId="14100"/>
          <ac:spMkLst>
            <pc:docMk/>
            <pc:sldMk cId="26898795" sldId="282"/>
            <ac:spMk id="2" creationId="{DC9D0B5A-565E-610E-6F88-E575CEF36A77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12" creationId="{904DB13E-F722-4ED6-BB00-556651E95281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14" creationId="{66A413F7-FFE1-42E7-8C6C-E9CCC477F811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16" creationId="{BCE0B0FD-3413-40CC-A7D8-6A5058608D3C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18" creationId="{50C4C044-5B1C-40C8-8C7B-AA5E6D879D3E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25" creationId="{A6020133-135E-4D08-9F4A-D76B87578CCD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27" creationId="{0E7CA313-2F4B-4574-8399-12EF6A1BF292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29" creationId="{2644B391-9BFE-445C-A9EC-F544BB85FBC7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50:59.764" v="23"/>
          <ac:spMkLst>
            <pc:docMk/>
            <pc:sldMk cId="26898795" sldId="282"/>
            <ac:spMk id="31" creationId="{80F26E69-87D9-4655-AE7B-280A87AA3CAD}"/>
          </ac:spMkLst>
        </pc:spChg>
        <pc:picChg chg="add mod">
          <ac:chgData name="Andrew Brown" userId="S::brown166@email.franklin.edu::27339762-4e74-4db6-9f8a-0c71ed7f9f9a" providerId="AD" clId="Web-{0BCA9992-CE98-65F9-B42D-DF5EDAFE2498}" dt="2025-10-09T22:50:59.764" v="23"/>
          <ac:picMkLst>
            <pc:docMk/>
            <pc:sldMk cId="26898795" sldId="282"/>
            <ac:picMk id="3" creationId="{1DF08BDC-E86E-DD33-C42D-5D037913BDE7}"/>
          </ac:picMkLst>
        </pc:picChg>
      </pc:sldChg>
      <pc:sldChg chg="addSp delSp modSp add mod ord replId setClrOvrMap">
        <pc:chgData name="Andrew Brown" userId="S::brown166@email.franklin.edu::27339762-4e74-4db6-9f8a-0c71ed7f9f9a" providerId="AD" clId="Web-{0BCA9992-CE98-65F9-B42D-DF5EDAFE2498}" dt="2025-10-09T22:36:17.901" v="11" actId="20577"/>
        <pc:sldMkLst>
          <pc:docMk/>
          <pc:sldMk cId="1450499207" sldId="285"/>
        </pc:sldMkLst>
        <pc:spChg chg="mod">
          <ac:chgData name="Andrew Brown" userId="S::brown166@email.franklin.edu::27339762-4e74-4db6-9f8a-0c71ed7f9f9a" providerId="AD" clId="Web-{0BCA9992-CE98-65F9-B42D-DF5EDAFE2498}" dt="2025-10-09T22:23:56.618" v="8" actId="20577"/>
          <ac:spMkLst>
            <pc:docMk/>
            <pc:sldMk cId="1450499207" sldId="285"/>
            <ac:spMk id="2" creationId="{DC482A26-1045-E602-BB22-EE267BAE2FDA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36:17.901" v="11" actId="20577"/>
          <ac:spMkLst>
            <pc:docMk/>
            <pc:sldMk cId="1450499207" sldId="285"/>
            <ac:spMk id="3" creationId="{D02A454F-25D9-F897-E3F7-105144675F3D}"/>
          </ac:spMkLst>
        </pc:spChg>
        <pc:spChg chg="del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8" creationId="{3E6BFDBD-7121-835C-EE38-9B5F243C154B}"/>
          </ac:spMkLst>
        </pc:spChg>
        <pc:spChg chg="del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12" creationId="{E5DB097A-3FEC-0F6C-4B6A-F64D37116CCF}"/>
          </ac:spMkLst>
        </pc:spChg>
        <pc:spChg chg="del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14" creationId="{D401B1EF-9888-EB9C-7CE5-411B11443E25}"/>
          </ac:spMkLst>
        </pc:spChg>
        <pc:spChg chg="del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21" creationId="{193204E6-B15F-2852-5039-C6D54DEC05CB}"/>
          </ac:spMkLst>
        </pc:spChg>
        <pc:spChg chg="del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23" creationId="{A7EF292C-19E2-AF69-B13F-BF7A7C2E4547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40" creationId="{7B58A187-A4B1-42EB-A4C7-8635BA507BCE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42" creationId="{37F14E7F-3054-458C-ACF9-A8DA1757C65C}"/>
          </ac:spMkLst>
        </pc:spChg>
        <pc:spChg chg="add">
          <ac:chgData name="Andrew Brown" userId="S::brown166@email.franklin.edu::27339762-4e74-4db6-9f8a-0c71ed7f9f9a" providerId="AD" clId="Web-{0BCA9992-CE98-65F9-B42D-DF5EDAFE2498}" dt="2025-10-09T22:23:34.119" v="7"/>
          <ac:spMkLst>
            <pc:docMk/>
            <pc:sldMk cId="1450499207" sldId="285"/>
            <ac:spMk id="55" creationId="{A118D329-2010-4A15-B57C-429FFAE35B11}"/>
          </ac:spMkLst>
        </pc:spChg>
      </pc:sldChg>
      <pc:sldChg chg="modSp new del">
        <pc:chgData name="Andrew Brown" userId="S::brown166@email.franklin.edu::27339762-4e74-4db6-9f8a-0c71ed7f9f9a" providerId="AD" clId="Web-{0BCA9992-CE98-65F9-B42D-DF5EDAFE2498}" dt="2025-10-09T22:56:55.247" v="186"/>
        <pc:sldMkLst>
          <pc:docMk/>
          <pc:sldMk cId="2805205917" sldId="286"/>
        </pc:sldMkLst>
        <pc:spChg chg="mod">
          <ac:chgData name="Andrew Brown" userId="S::brown166@email.franklin.edu::27339762-4e74-4db6-9f8a-0c71ed7f9f9a" providerId="AD" clId="Web-{0BCA9992-CE98-65F9-B42D-DF5EDAFE2498}" dt="2025-10-09T22:54:53.899" v="141" actId="20577"/>
          <ac:spMkLst>
            <pc:docMk/>
            <pc:sldMk cId="2805205917" sldId="286"/>
            <ac:spMk id="2" creationId="{17357947-0245-670C-4553-F7EDC04F3582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3:24.193" v="96" actId="20577"/>
          <ac:spMkLst>
            <pc:docMk/>
            <pc:sldMk cId="2805205917" sldId="286"/>
            <ac:spMk id="3" creationId="{9A3FDA9C-579E-DE87-4CEE-422DE714BA88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3:24.193" v="96" actId="20577"/>
          <ac:spMkLst>
            <pc:docMk/>
            <pc:sldMk cId="2805205917" sldId="286"/>
            <ac:spMk id="4" creationId="{80C73A24-6DDE-E61E-0095-7C1CD2F61077}"/>
          </ac:spMkLst>
        </pc:spChg>
      </pc:sldChg>
      <pc:sldChg chg="modSp new">
        <pc:chgData name="Andrew Brown" userId="S::brown166@email.franklin.edu::27339762-4e74-4db6-9f8a-0c71ed7f9f9a" providerId="AD" clId="Web-{0BCA9992-CE98-65F9-B42D-DF5EDAFE2498}" dt="2025-10-09T22:58:45.703" v="225" actId="20577"/>
        <pc:sldMkLst>
          <pc:docMk/>
          <pc:sldMk cId="3762102722" sldId="287"/>
        </pc:sldMkLst>
        <pc:spChg chg="mod">
          <ac:chgData name="Andrew Brown" userId="S::brown166@email.franklin.edu::27339762-4e74-4db6-9f8a-0c71ed7f9f9a" providerId="AD" clId="Web-{0BCA9992-CE98-65F9-B42D-DF5EDAFE2498}" dt="2025-10-09T22:58:45.703" v="225" actId="20577"/>
          <ac:spMkLst>
            <pc:docMk/>
            <pc:sldMk cId="3762102722" sldId="287"/>
            <ac:spMk id="2" creationId="{B901E19C-35C9-D96A-8C4B-69ADB3270659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8:40.484" v="221" actId="1076"/>
          <ac:spMkLst>
            <pc:docMk/>
            <pc:sldMk cId="3762102722" sldId="287"/>
            <ac:spMk id="3" creationId="{A16590DE-A9CF-8063-F572-333072BD041E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8:40.531" v="222" actId="1076"/>
          <ac:spMkLst>
            <pc:docMk/>
            <pc:sldMk cId="3762102722" sldId="287"/>
            <ac:spMk id="4" creationId="{4C5E76DF-3D8B-A1B9-CDEC-3952930DD8B1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8:40.547" v="223" actId="1076"/>
          <ac:spMkLst>
            <pc:docMk/>
            <pc:sldMk cId="3762102722" sldId="287"/>
            <ac:spMk id="5" creationId="{5735BF23-73C7-FF4A-FD79-6621731E6C3A}"/>
          </ac:spMkLst>
        </pc:spChg>
        <pc:spChg chg="mod">
          <ac:chgData name="Andrew Brown" userId="S::brown166@email.franklin.edu::27339762-4e74-4db6-9f8a-0c71ed7f9f9a" providerId="AD" clId="Web-{0BCA9992-CE98-65F9-B42D-DF5EDAFE2498}" dt="2025-10-09T22:58:40.594" v="224" actId="1076"/>
          <ac:spMkLst>
            <pc:docMk/>
            <pc:sldMk cId="3762102722" sldId="287"/>
            <ac:spMk id="6" creationId="{340025EB-5E2B-57CE-6DB3-C783AEA5DF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10/9/2025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3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2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1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2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7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0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381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36" r:id="rId5"/>
    <p:sldLayoutId id="2147483742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ACM-Franklin/discussions/1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ACM-Franklin/discussions/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github.com/git-cheat-sheet-education.pdf" TargetMode="External"/><Relationship Id="rId3" Type="http://schemas.openxmlformats.org/officeDocument/2006/relationships/hyperlink" Target="https://github.com/practical-tutorials/project-based-learning" TargetMode="External"/><Relationship Id="rId7" Type="http://schemas.openxmlformats.org/officeDocument/2006/relationships/hyperlink" Target="https://www.markdownguide.org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account-and-profile/how-tos/setting-up-and-managing-your-github-profile/customizing-your-profile" TargetMode="External"/><Relationship Id="rId5" Type="http://schemas.openxmlformats.org/officeDocument/2006/relationships/hyperlink" Target="https://git-scm.com/" TargetMode="External"/><Relationship Id="rId10" Type="http://schemas.openxmlformats.org/officeDocument/2006/relationships/hyperlink" Target="https://learngitbranching.js.org/" TargetMode="External"/><Relationship Id="rId4" Type="http://schemas.openxmlformats.org/officeDocument/2006/relationships/hyperlink" Target="https://docs.github.com/en" TargetMode="External"/><Relationship Id="rId9" Type="http://schemas.openxmlformats.org/officeDocument/2006/relationships/hyperlink" Target="https://ohmygit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346D14A-35B6-462B-940E-FB42AD8A3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727E0C-AA2A-4BF0-B0C6-94E059D85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6B2E7B-50A4-474C-A0BF-55323ECDA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632" y="1559768"/>
            <a:ext cx="5068568" cy="3135379"/>
          </a:xfrm>
        </p:spPr>
        <p:txBody>
          <a:bodyPr>
            <a:normAutofit/>
          </a:bodyPr>
          <a:lstStyle/>
          <a:p>
            <a:r>
              <a:rPr lang="en-US" sz="4500">
                <a:ea typeface="+mj-lt"/>
                <a:cs typeface="+mj-lt"/>
              </a:rPr>
              <a:t>The Fundamentals of GitHub: Part 3!</a:t>
            </a:r>
            <a:endParaRPr lang="en-US" sz="4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633" y="4708186"/>
            <a:ext cx="5068567" cy="79708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A Special Presentation for Franklin's ACM Special Interest Groups</a:t>
            </a:r>
          </a:p>
          <a:p>
            <a:pPr>
              <a:spcAft>
                <a:spcPts val="6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B684CD-1CA6-44AD-B86E-07661B89B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07C111-4AF5-46E6-9072-33829E27E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B42FE6-BEAF-413E-A213-73F20F11F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2373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32A2AC-37C6-4CAC-BAAD-1606F4BB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GitHub Logo: valor, história, PNG">
            <a:extLst>
              <a:ext uri="{FF2B5EF4-FFF2-40B4-BE49-F238E27FC236}">
                <a16:creationId xmlns:a16="http://schemas.microsoft.com/office/drawing/2014/main" id="{BCF05910-FFDF-5440-244E-6ECE6D386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9" y="829521"/>
            <a:ext cx="3999906" cy="2249947"/>
          </a:xfrm>
          <a:prstGeom prst="rect">
            <a:avLst/>
          </a:prstGeom>
        </p:spPr>
      </p:pic>
      <p:pic>
        <p:nvPicPr>
          <p:cNvPr id="10" name="Picture 9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5130490-8843-F8B3-37A9-875711C0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9" y="4258660"/>
            <a:ext cx="3980067" cy="130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B5DD3-65F1-1BCA-E51F-BC610C53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12D5F-CC15-F5D3-926E-38B2B168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400" cap="all" spc="-100">
                <a:solidFill>
                  <a:schemeClr val="bg1"/>
                </a:solidFill>
              </a:rPr>
              <a:t>Integration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52B8F-95A2-1DD3-491D-DE6F3792D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493" y="4708186"/>
            <a:ext cx="2978282" cy="9922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spc="80">
                <a:solidFill>
                  <a:schemeClr val="bg1"/>
                </a:solidFill>
              </a:rPr>
              <a:t>VS Code, GitHub Desktop, and More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gears&#10;&#10;AI-generated content may be incorrect.">
            <a:extLst>
              <a:ext uri="{FF2B5EF4-FFF2-40B4-BE49-F238E27FC236}">
                <a16:creationId xmlns:a16="http://schemas.microsoft.com/office/drawing/2014/main" id="{F00D1BA2-DBB4-D1EA-C0C2-BBC0E9F6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70" y="1372946"/>
            <a:ext cx="6202238" cy="410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1B9A3-FCD8-2F47-F311-10FA30A1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82A26-1045-E602-BB22-EE267BAE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3000"/>
              </a:lnSpc>
            </a:pPr>
            <a:r>
              <a:rPr lang="en-US" sz="6800" spc="-100" dirty="0">
                <a:solidFill>
                  <a:schemeClr val="tx1"/>
                </a:solidFill>
              </a:rPr>
              <a:t>Git Integration In VS Code</a:t>
            </a:r>
            <a:r>
              <a:rPr lang="en-US" sz="6800" cap="all" spc="-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A454F-25D9-F897-E3F7-105144675F3D}"/>
              </a:ext>
            </a:extLst>
          </p:cNvPr>
          <p:cNvSpPr txBox="1"/>
          <p:nvPr/>
        </p:nvSpPr>
        <p:spPr>
          <a:xfrm>
            <a:off x="8473440" y="1272800"/>
            <a:ext cx="2481307" cy="431240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000" spc="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Please see the </a:t>
            </a:r>
            <a:r>
              <a:rPr lang="en-US" sz="2000" spc="80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Discussions post</a:t>
            </a:r>
            <a:r>
              <a:rPr lang="en-US" sz="2000" spc="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on this!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499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2D693-8A8F-5107-20BA-034293B4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spc="-100" dirty="0"/>
              <a:t>Useful Extensions For VS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8D86E-F85D-18A6-FF54-4BF4CE35F9BD}"/>
              </a:ext>
            </a:extLst>
          </p:cNvPr>
          <p:cNvSpPr txBox="1"/>
          <p:nvPr/>
        </p:nvSpPr>
        <p:spPr>
          <a:xfrm>
            <a:off x="1306286" y="4842627"/>
            <a:ext cx="9637485" cy="7292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pc="80">
                <a:solidFill>
                  <a:schemeClr val="tx1">
                    <a:lumMod val="95000"/>
                    <a:lumOff val="5000"/>
                  </a:schemeClr>
                </a:solidFill>
              </a:rPr>
              <a:t>Please see the </a:t>
            </a:r>
            <a:r>
              <a:rPr lang="en-US" spc="8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GitHub Discussions post</a:t>
            </a:r>
            <a:r>
              <a:rPr lang="en-US" spc="80">
                <a:solidFill>
                  <a:schemeClr val="tx1">
                    <a:lumMod val="95000"/>
                    <a:lumOff val="5000"/>
                  </a:schemeClr>
                </a:solidFill>
              </a:rPr>
              <a:t> on this!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61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39CE7-385D-0244-F2DC-1344C567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4664B-D1B5-BB9D-C224-AE760EDF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>
                <a:solidFill>
                  <a:schemeClr val="bg1"/>
                </a:solidFill>
              </a:rPr>
              <a:t>Finishing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9AD4-940C-B365-477B-B8CECFED4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493" y="4708186"/>
            <a:ext cx="2978282" cy="9922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spc="80">
                <a:solidFill>
                  <a:schemeClr val="bg1"/>
                </a:solidFill>
              </a:rPr>
              <a:t>Best Practices &amp; Next Steps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piece of puzzle&#10;&#10;AI-generated content may be incorrect.">
            <a:extLst>
              <a:ext uri="{FF2B5EF4-FFF2-40B4-BE49-F238E27FC236}">
                <a16:creationId xmlns:a16="http://schemas.microsoft.com/office/drawing/2014/main" id="{C3CCAEBC-55C3-3289-361B-EC017DDCA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70" y="1683058"/>
            <a:ext cx="6202238" cy="348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42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E19C-35C9-D96A-8C4B-69ADB327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387396"/>
            <a:ext cx="11445814" cy="760563"/>
          </a:xfrm>
        </p:spPr>
        <p:txBody>
          <a:bodyPr/>
          <a:lstStyle/>
          <a:p>
            <a:pPr algn="ctr"/>
            <a:r>
              <a:rPr lang="en-US"/>
              <a:t>Best Practices &amp; Common Pitfalls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590DE-A9CF-8063-F572-333072BD0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093" y="1315929"/>
            <a:ext cx="4663440" cy="654457"/>
          </a:xfrm>
        </p:spPr>
        <p:txBody>
          <a:bodyPr/>
          <a:lstStyle/>
          <a:p>
            <a:r>
              <a:rPr lang="en-US" b="0" dirty="0">
                <a:ea typeface="+mn-lt"/>
                <a:cs typeface="+mn-lt"/>
              </a:rPr>
              <a:t>✅ </a:t>
            </a:r>
            <a:r>
              <a:rPr lang="en-US" dirty="0">
                <a:ea typeface="+mn-lt"/>
                <a:cs typeface="+mn-lt"/>
              </a:rPr>
              <a:t>Best Practices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E76DF-3D8B-A1B9-CDEC-3952930DD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093" y="2073605"/>
            <a:ext cx="4663440" cy="41738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262626"/>
              </a:buClr>
            </a:pPr>
            <a:r>
              <a:rPr lang="en-US" sz="1400">
                <a:ea typeface="+mn-lt"/>
                <a:cs typeface="+mn-lt"/>
              </a:rPr>
              <a:t>Commit often, with clear messages.</a:t>
            </a: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Small, descriptive commits make debugging and collaboration easier.</a:t>
            </a:r>
            <a:endParaRPr lang="en-US" sz="1200" dirty="0"/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Pull before you push.</a:t>
            </a:r>
            <a:endParaRPr lang="en-US" dirty="0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Always sync to avoid merge conflicts and overwriting others’ work.</a:t>
            </a: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Use branches for features and fixes.</a:t>
            </a:r>
            <a:endParaRPr lang="en-US" dirty="0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Keep main stable; merge through Pull Requests.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Document your work.</a:t>
            </a:r>
            <a:endParaRPr lang="en-US" dirty="0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Update README files and comment code for team clarity.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Leverage VS Code tools.</a:t>
            </a:r>
            <a:endParaRPr lang="en-US" dirty="0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Use Source Control, built-in terminals, and extensions to streamline workflow.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Use AI responsibly.</a:t>
            </a:r>
            <a:endParaRPr lang="en-US" dirty="0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Ask why before copying. Verify outputs and keep sensitive data out of prompts.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5BF23-73C7-FF4A-FD79-6621731E6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3551" y="1315929"/>
            <a:ext cx="4663440" cy="654457"/>
          </a:xfrm>
        </p:spPr>
        <p:txBody>
          <a:bodyPr/>
          <a:lstStyle/>
          <a:p>
            <a:r>
              <a:rPr lang="en-US" b="0" dirty="0">
                <a:ea typeface="+mn-lt"/>
                <a:cs typeface="+mn-lt"/>
              </a:rPr>
              <a:t>⚠️ </a:t>
            </a:r>
            <a:r>
              <a:rPr lang="en-US" dirty="0">
                <a:ea typeface="+mn-lt"/>
                <a:cs typeface="+mn-lt"/>
              </a:rPr>
              <a:t>Common Pitfalls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025EB-5E2B-57CE-6DB3-C783AEA5D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3551" y="2073604"/>
            <a:ext cx="4663440" cy="37000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262626"/>
              </a:buClr>
            </a:pPr>
            <a:r>
              <a:rPr lang="en-US" sz="1400">
                <a:ea typeface="+mn-lt"/>
                <a:cs typeface="+mn-lt"/>
              </a:rPr>
              <a:t>Forgetting to stage changes.</a:t>
            </a:r>
            <a:endParaRPr lang="en-US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err="1">
                <a:ea typeface="+mn-lt"/>
                <a:cs typeface="+mn-lt"/>
              </a:rPr>
              <a:t>Unstaged</a:t>
            </a:r>
            <a:r>
              <a:rPr lang="en-US" sz="1200" dirty="0">
                <a:ea typeface="+mn-lt"/>
                <a:cs typeface="+mn-lt"/>
              </a:rPr>
              <a:t> edits won’t be committed — always check git status.</a:t>
            </a: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Committing to the wrong branch.</a:t>
            </a:r>
            <a:endParaRPr lang="en-US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Double-check your active branch before saving progress.</a:t>
            </a: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Ignoring merge conflicts.</a:t>
            </a:r>
            <a:endParaRPr lang="en-US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Resolve them carefully; don’t delete sections blindly.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Pushing broken code.</a:t>
            </a:r>
            <a:endParaRPr lang="en-US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Test locally first — commits should build and run.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Over-relying on AI or Copilot.</a:t>
            </a:r>
            <a:endParaRPr lang="en-US"/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Don’t skip understanding or debugging; automation ≠ mastery.</a:t>
            </a:r>
          </a:p>
          <a:p>
            <a:pPr>
              <a:buClr>
                <a:srgbClr val="262626"/>
              </a:buClr>
            </a:pPr>
            <a:r>
              <a:rPr lang="en-US" sz="1400" dirty="0">
                <a:ea typeface="+mn-lt"/>
                <a:cs typeface="+mn-lt"/>
              </a:rPr>
              <a:t>Neglecting extensions and settings.</a:t>
            </a:r>
            <a:endParaRPr lang="en-US">
              <a:ea typeface="+mn-lt"/>
              <a:cs typeface="+mn-lt"/>
            </a:endParaRPr>
          </a:p>
          <a:p>
            <a:pPr lvl="1">
              <a:buClr>
                <a:srgbClr val="262626"/>
              </a:buClr>
            </a:pPr>
            <a:r>
              <a:rPr lang="en-US" sz="1200" dirty="0">
                <a:ea typeface="+mn-lt"/>
                <a:cs typeface="+mn-lt"/>
              </a:rPr>
              <a:t>Customize VS Code to fit your workflow (linting, formatting, etc.).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0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B31AB-32A5-FDA3-2C90-5D65FAE8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521" y="2156428"/>
            <a:ext cx="2978281" cy="9392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400" cap="all" spc="-100">
                <a:solidFill>
                  <a:srgbClr val="000000"/>
                </a:solidFill>
              </a:rPr>
              <a:t>Resources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65FAA58-0EDC-412F-A5F8-01968BE60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A11B6-B538-4624-9628-98B823D7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59939" y="276008"/>
            <a:ext cx="6146615" cy="63059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2F65CDBD-9983-3B4D-A1D7-2B0484CADD3B}"/>
              </a:ext>
            </a:extLst>
          </p:cNvPr>
          <p:cNvSpPr txBox="1"/>
          <p:nvPr/>
        </p:nvSpPr>
        <p:spPr>
          <a:xfrm>
            <a:off x="6403656" y="936416"/>
            <a:ext cx="4870512" cy="498516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https://github.com/practical-tutorials/project-based-learning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https://docs.github.com/en/account-and-profile/how-tos/setting-up-and-managing-your-github-profile/customizing-your-profile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https://www.markdownguide.org/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https://education.github.com/git-cheat-sheet-education.pdf</a:t>
            </a:r>
            <a:endParaRPr lang="en-US" sz="1700" baseline="3000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https://ohmygit.org</a:t>
            </a:r>
            <a:endParaRPr lang="en-US" sz="1700" baseline="30000">
              <a:solidFill>
                <a:srgbClr val="00B0F0"/>
              </a:solidFill>
            </a:endParaRPr>
          </a:p>
          <a:p>
            <a:pPr marL="285750" indent="-285750">
              <a:spcBef>
                <a:spcPts val="900"/>
              </a:spcBef>
              <a:buClr>
                <a:srgbClr val="262626"/>
              </a:buClr>
              <a:buFont typeface="Arial" pitchFamily="18" charset="0"/>
              <a:buChar char="•"/>
            </a:pPr>
            <a:r>
              <a:rPr lang="en-US" sz="1700" baseline="30000">
                <a:solidFill>
                  <a:srgbClr val="00B0F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https://learngitbranching.js.org</a:t>
            </a:r>
            <a:endParaRPr lang="en-US" sz="1700" baseline="3000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01707-7BC1-A880-FE03-811EAE35A961}"/>
              </a:ext>
            </a:extLst>
          </p:cNvPr>
          <p:cNvSpPr txBox="1"/>
          <p:nvPr/>
        </p:nvSpPr>
        <p:spPr>
          <a:xfrm>
            <a:off x="1352909" y="4005532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400">
                <a:solidFill>
                  <a:srgbClr val="000000"/>
                </a:solidFill>
              </a:rPr>
              <a:t>If you're looking for a more in-depth guide to everything GitHub, please check out </a:t>
            </a:r>
            <a:r>
              <a:rPr lang="en-US" sz="1400" u="sng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guide</a:t>
            </a:r>
            <a:r>
              <a:rPr lang="en-US" sz="1400">
                <a:solidFill>
                  <a:srgbClr val="000000"/>
                </a:solidFill>
              </a:rPr>
              <a:t>!</a:t>
            </a:r>
            <a:r>
              <a:rPr lang="en-US" sz="140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767527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2BA3B-2928-DF51-0D42-E9E12310C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447D9B-352A-9A54-5BB1-1FA9311A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CCCB5B-8606-6254-F18E-EA14404A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46245-445A-F949-B182-D4E9617E2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01A20C-534E-DD7B-7E2C-68F145ADB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AEE875-5945-A5F8-FB0E-93DF63952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C93A5B-9D9B-ACA4-D5D0-DF6BB7F4F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9D08380-007A-2F0F-5FBB-68E2F6AE70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6F6E14-5A6F-1D8C-8B6D-154DBC48D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77BAAE0-F1A9-0DCC-692A-F8063C358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58D033-E697-843C-A3E5-E206397DA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CED7AB-237D-B4BA-6081-F78F012DD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F0C6B6-B9F6-AFB4-A69B-C906A4BD3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E24A67-2F44-F75C-5624-DD41F410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475B1-6375-A226-E6C8-921C3584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100" cap="all" spc="-100">
                <a:solidFill>
                  <a:schemeClr val="bg1"/>
                </a:solidFill>
              </a:rPr>
              <a:t>Questions &amp; Answers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856435-0A33-EFE9-7899-EFC24F324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F178350-8ADD-9BE2-0C08-E38B7BF79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FD97EE-3F5E-DA90-C496-F0C690493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83F1C9-3573-E406-77E8-F5FDEFB62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0258808A-35D9-B549-F7B8-0E5ED2CF5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3" r="23897"/>
          <a:stretch>
            <a:fillRect/>
          </a:stretch>
        </p:blipFill>
        <p:spPr>
          <a:xfrm>
            <a:off x="5386382" y="645106"/>
            <a:ext cx="6122613" cy="556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81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A413F7-FFE1-42E7-8C6C-E9CCC477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E0B0FD-3413-40CC-A7D8-6A5058608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C4C044-5B1C-40C8-8C7B-AA5E6D879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163F5F-1439-4827-8F7A-B08BDDEFB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A677414-C3D2-4430-876D-9092D633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181D20-1D81-447D-9854-10DDB10D5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6020133-135E-4D08-9F4A-D76B87578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2D05EF6A-DD93-EF90-7122-ACCB0581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222" y="643467"/>
            <a:ext cx="3447288" cy="3447288"/>
          </a:xfrm>
          <a:prstGeom prst="rect">
            <a:avLst/>
          </a:prstGeom>
        </p:spPr>
      </p:pic>
      <p:pic>
        <p:nvPicPr>
          <p:cNvPr id="3" name="Picture 2" descr="It Took Decades, But I Finally Figured Out Why The Jedi Couldn't Stop ...">
            <a:extLst>
              <a:ext uri="{FF2B5EF4-FFF2-40B4-BE49-F238E27FC236}">
                <a16:creationId xmlns:a16="http://schemas.microsoft.com/office/drawing/2014/main" id="{1DF08BDC-E86E-DD33-C42D-5D037913B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734" y="1084411"/>
            <a:ext cx="5130799" cy="256539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E7CA313-2F4B-4574-8399-12EF6A1BF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6119"/>
            <a:ext cx="12192000" cy="225188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D0B5A-565E-610E-6F88-E575CEF3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23" y="4856170"/>
            <a:ext cx="11439414" cy="1691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5400" cap="all" spc="-100" dirty="0">
                <a:solidFill>
                  <a:schemeClr val="tx1"/>
                </a:solidFill>
              </a:rPr>
              <a:t>"...DO it!"</a:t>
            </a:r>
            <a:br>
              <a:rPr lang="en-US" cap="all" spc="-100" dirty="0">
                <a:solidFill>
                  <a:schemeClr val="tx1"/>
                </a:solidFill>
              </a:rPr>
            </a:br>
            <a:r>
              <a:rPr lang="en-US" sz="2700" spc="-100">
                <a:solidFill>
                  <a:schemeClr val="tx1"/>
                </a:solidFill>
              </a:rPr>
              <a:t>Seriously! Get in there and don't be afraid to make mistakes. This is the perfect playground to do so!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EECEE2-745A-4C3E-9A46-1B2ACCDC0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93533"/>
            <a:ext cx="0" cy="174715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SavonVTI</vt:lpstr>
      <vt:lpstr>The Fundamentals of GitHub: Part 3!</vt:lpstr>
      <vt:lpstr>Integration &amp; Tools</vt:lpstr>
      <vt:lpstr>Git Integration In VS Code </vt:lpstr>
      <vt:lpstr>Useful Extensions For VS Code</vt:lpstr>
      <vt:lpstr>Finishing Up</vt:lpstr>
      <vt:lpstr>Best Practices &amp; Common Pitfalls</vt:lpstr>
      <vt:lpstr>Resources</vt:lpstr>
      <vt:lpstr>Questions &amp; Answers</vt:lpstr>
      <vt:lpstr>"...DO it!" Seriously! Get in there and don't be afraid to make mistakes. This is the perfect playground to do so!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99</cp:revision>
  <dcterms:created xsi:type="dcterms:W3CDTF">2025-09-09T02:07:16Z</dcterms:created>
  <dcterms:modified xsi:type="dcterms:W3CDTF">2025-10-09T22:58:46Z</dcterms:modified>
</cp:coreProperties>
</file>