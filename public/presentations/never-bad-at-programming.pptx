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1"/>
  </p:notesMasterIdLst>
  <p:sldIdLst>
    <p:sldId id="256" r:id="rId2"/>
    <p:sldId id="257" r:id="rId3"/>
    <p:sldId id="263" r:id="rId4"/>
    <p:sldId id="259" r:id="rId5"/>
    <p:sldId id="262" r:id="rId6"/>
    <p:sldId id="260" r:id="rId7"/>
    <p:sldId id="264" r:id="rId8"/>
    <p:sldId id="261"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8FD9BA-77B2-2297-B826-FA63DD5B352C}" v="403" dt="2026-01-24T00:05:04.421"/>
    <p1510:client id="{94D96880-F417-8437-5656-203727D4D6FE}" v="93" dt="2026-01-23T23:00:07.2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w Brown" userId="S::brown166@email.franklin.edu::27339762-4e74-4db6-9f8a-0c71ed7f9f9a" providerId="AD" clId="Web-{94D96880-F417-8437-5656-203727D4D6FE}"/>
    <pc:docChg chg="addSld delSld modSld">
      <pc:chgData name="Andrew Brown" userId="S::brown166@email.franklin.edu::27339762-4e74-4db6-9f8a-0c71ed7f9f9a" providerId="AD" clId="Web-{94D96880-F417-8437-5656-203727D4D6FE}" dt="2026-01-23T23:00:24.350" v="457"/>
      <pc:docMkLst>
        <pc:docMk/>
      </pc:docMkLst>
      <pc:sldChg chg="modSp modNotes">
        <pc:chgData name="Andrew Brown" userId="S::brown166@email.franklin.edu::27339762-4e74-4db6-9f8a-0c71ed7f9f9a" providerId="AD" clId="Web-{94D96880-F417-8437-5656-203727D4D6FE}" dt="2026-01-23T22:29:08.018" v="13"/>
        <pc:sldMkLst>
          <pc:docMk/>
          <pc:sldMk cId="109857222" sldId="256"/>
        </pc:sldMkLst>
        <pc:spChg chg="mod">
          <ac:chgData name="Andrew Brown" userId="S::brown166@email.franklin.edu::27339762-4e74-4db6-9f8a-0c71ed7f9f9a" providerId="AD" clId="Web-{94D96880-F417-8437-5656-203727D4D6FE}" dt="2026-01-23T22:28:38.252" v="1" actId="20577"/>
          <ac:spMkLst>
            <pc:docMk/>
            <pc:sldMk cId="109857222" sldId="256"/>
            <ac:spMk id="2" creationId="{00000000-0000-0000-0000-000000000000}"/>
          </ac:spMkLst>
        </pc:spChg>
      </pc:sldChg>
      <pc:sldChg chg="modSp new modNotes">
        <pc:chgData name="Andrew Brown" userId="S::brown166@email.franklin.edu::27339762-4e74-4db6-9f8a-0c71ed7f9f9a" providerId="AD" clId="Web-{94D96880-F417-8437-5656-203727D4D6FE}" dt="2026-01-23T22:31:41.487" v="37" actId="20577"/>
        <pc:sldMkLst>
          <pc:docMk/>
          <pc:sldMk cId="1674920671" sldId="257"/>
        </pc:sldMkLst>
        <pc:spChg chg="mod">
          <ac:chgData name="Andrew Brown" userId="S::brown166@email.franklin.edu::27339762-4e74-4db6-9f8a-0c71ed7f9f9a" providerId="AD" clId="Web-{94D96880-F417-8437-5656-203727D4D6FE}" dt="2026-01-23T22:30:31.768" v="15"/>
          <ac:spMkLst>
            <pc:docMk/>
            <pc:sldMk cId="1674920671" sldId="257"/>
            <ac:spMk id="2" creationId="{D6743FFB-7030-337B-C208-EB94591F514B}"/>
          </ac:spMkLst>
        </pc:spChg>
        <pc:spChg chg="mod">
          <ac:chgData name="Andrew Brown" userId="S::brown166@email.franklin.edu::27339762-4e74-4db6-9f8a-0c71ed7f9f9a" providerId="AD" clId="Web-{94D96880-F417-8437-5656-203727D4D6FE}" dt="2026-01-23T22:31:41.487" v="37" actId="20577"/>
          <ac:spMkLst>
            <pc:docMk/>
            <pc:sldMk cId="1674920671" sldId="257"/>
            <ac:spMk id="3" creationId="{499505D5-6C15-7450-73FF-38DDD38C9D50}"/>
          </ac:spMkLst>
        </pc:spChg>
      </pc:sldChg>
      <pc:sldChg chg="modSp new modNotes">
        <pc:chgData name="Andrew Brown" userId="S::brown166@email.franklin.edu::27339762-4e74-4db6-9f8a-0c71ed7f9f9a" providerId="AD" clId="Web-{94D96880-F417-8437-5656-203727D4D6FE}" dt="2026-01-23T22:35:49.363" v="86" actId="20577"/>
        <pc:sldMkLst>
          <pc:docMk/>
          <pc:sldMk cId="921218518" sldId="258"/>
        </pc:sldMkLst>
        <pc:spChg chg="mod">
          <ac:chgData name="Andrew Brown" userId="S::brown166@email.franklin.edu::27339762-4e74-4db6-9f8a-0c71ed7f9f9a" providerId="AD" clId="Web-{94D96880-F417-8437-5656-203727D4D6FE}" dt="2026-01-23T22:35:49.363" v="86" actId="20577"/>
          <ac:spMkLst>
            <pc:docMk/>
            <pc:sldMk cId="921218518" sldId="258"/>
            <ac:spMk id="2" creationId="{961F7FCC-E581-486D-5229-DC389ACC9DAE}"/>
          </ac:spMkLst>
        </pc:spChg>
        <pc:spChg chg="mod">
          <ac:chgData name="Andrew Brown" userId="S::brown166@email.franklin.edu::27339762-4e74-4db6-9f8a-0c71ed7f9f9a" providerId="AD" clId="Web-{94D96880-F417-8437-5656-203727D4D6FE}" dt="2026-01-23T22:32:03.472" v="42" actId="20577"/>
          <ac:spMkLst>
            <pc:docMk/>
            <pc:sldMk cId="921218518" sldId="258"/>
            <ac:spMk id="3" creationId="{C33AEABC-44F0-BD2A-8A17-B0F2193D3DE6}"/>
          </ac:spMkLst>
        </pc:spChg>
        <pc:spChg chg="mod">
          <ac:chgData name="Andrew Brown" userId="S::brown166@email.franklin.edu::27339762-4e74-4db6-9f8a-0c71ed7f9f9a" providerId="AD" clId="Web-{94D96880-F417-8437-5656-203727D4D6FE}" dt="2026-01-23T22:32:05.644" v="44" actId="20577"/>
          <ac:spMkLst>
            <pc:docMk/>
            <pc:sldMk cId="921218518" sldId="258"/>
            <ac:spMk id="5" creationId="{0E1E4E78-85D3-EE8D-4211-5E14A23BD888}"/>
          </ac:spMkLst>
        </pc:spChg>
      </pc:sldChg>
      <pc:sldChg chg="new del">
        <pc:chgData name="Andrew Brown" userId="S::brown166@email.franklin.edu::27339762-4e74-4db6-9f8a-0c71ed7f9f9a" providerId="AD" clId="Web-{94D96880-F417-8437-5656-203727D4D6FE}" dt="2026-01-23T22:31:51.690" v="39"/>
        <pc:sldMkLst>
          <pc:docMk/>
          <pc:sldMk cId="3474900043" sldId="258"/>
        </pc:sldMkLst>
      </pc:sldChg>
      <pc:sldChg chg="addSp delSp modSp new modNotes">
        <pc:chgData name="Andrew Brown" userId="S::brown166@email.franklin.edu::27339762-4e74-4db6-9f8a-0c71ed7f9f9a" providerId="AD" clId="Web-{94D96880-F417-8437-5656-203727D4D6FE}" dt="2026-01-23T22:59:12.349" v="454" actId="20577"/>
        <pc:sldMkLst>
          <pc:docMk/>
          <pc:sldMk cId="3599913967" sldId="259"/>
        </pc:sldMkLst>
        <pc:spChg chg="mod">
          <ac:chgData name="Andrew Brown" userId="S::brown166@email.franklin.edu::27339762-4e74-4db6-9f8a-0c71ed7f9f9a" providerId="AD" clId="Web-{94D96880-F417-8437-5656-203727D4D6FE}" dt="2026-01-23T22:35:43.675" v="83" actId="20577"/>
          <ac:spMkLst>
            <pc:docMk/>
            <pc:sldMk cId="3599913967" sldId="259"/>
            <ac:spMk id="2" creationId="{7CB61BCF-CACD-2085-4164-84E2A6193295}"/>
          </ac:spMkLst>
        </pc:spChg>
        <pc:spChg chg="del">
          <ac:chgData name="Andrew Brown" userId="S::brown166@email.franklin.edu::27339762-4e74-4db6-9f8a-0c71ed7f9f9a" providerId="AD" clId="Web-{94D96880-F417-8437-5656-203727D4D6FE}" dt="2026-01-23T22:36:02.175" v="87"/>
          <ac:spMkLst>
            <pc:docMk/>
            <pc:sldMk cId="3599913967" sldId="259"/>
            <ac:spMk id="3" creationId="{B795FFC8-AD47-7674-7F9B-EE29CB43D396}"/>
          </ac:spMkLst>
        </pc:spChg>
        <pc:graphicFrameChg chg="add mod ord modGraphic">
          <ac:chgData name="Andrew Brown" userId="S::brown166@email.franklin.edu::27339762-4e74-4db6-9f8a-0c71ed7f9f9a" providerId="AD" clId="Web-{94D96880-F417-8437-5656-203727D4D6FE}" dt="2026-01-23T22:59:12.349" v="454" actId="20577"/>
          <ac:graphicFrameMkLst>
            <pc:docMk/>
            <pc:sldMk cId="3599913967" sldId="259"/>
            <ac:graphicFrameMk id="4" creationId="{EB9C1201-3464-FE5E-8338-7AA3678841DA}"/>
          </ac:graphicFrameMkLst>
        </pc:graphicFrameChg>
      </pc:sldChg>
      <pc:sldChg chg="addSp delSp modSp new mod setBg modNotes">
        <pc:chgData name="Andrew Brown" userId="S::brown166@email.franklin.edu::27339762-4e74-4db6-9f8a-0c71ed7f9f9a" providerId="AD" clId="Web-{94D96880-F417-8437-5656-203727D4D6FE}" dt="2026-01-23T22:54:35.849" v="439"/>
        <pc:sldMkLst>
          <pc:docMk/>
          <pc:sldMk cId="3998619759" sldId="260"/>
        </pc:sldMkLst>
        <pc:spChg chg="mod">
          <ac:chgData name="Andrew Brown" userId="S::brown166@email.franklin.edu::27339762-4e74-4db6-9f8a-0c71ed7f9f9a" providerId="AD" clId="Web-{94D96880-F417-8437-5656-203727D4D6FE}" dt="2026-01-23T22:54:35.849" v="439"/>
          <ac:spMkLst>
            <pc:docMk/>
            <pc:sldMk cId="3998619759" sldId="260"/>
            <ac:spMk id="2" creationId="{679B228C-CC13-8A3D-1FAE-E6422AB33F56}"/>
          </ac:spMkLst>
        </pc:spChg>
        <pc:spChg chg="del">
          <ac:chgData name="Andrew Brown" userId="S::brown166@email.franklin.edu::27339762-4e74-4db6-9f8a-0c71ed7f9f9a" providerId="AD" clId="Web-{94D96880-F417-8437-5656-203727D4D6FE}" dt="2026-01-23T22:52:18.787" v="426"/>
          <ac:spMkLst>
            <pc:docMk/>
            <pc:sldMk cId="3998619759" sldId="260"/>
            <ac:spMk id="3" creationId="{95A33118-9849-F63A-9252-085B5F0A9E2A}"/>
          </ac:spMkLst>
        </pc:spChg>
        <pc:spChg chg="add del mod">
          <ac:chgData name="Andrew Brown" userId="S::brown166@email.franklin.edu::27339762-4e74-4db6-9f8a-0c71ed7f9f9a" providerId="AD" clId="Web-{94D96880-F417-8437-5656-203727D4D6FE}" dt="2026-01-23T22:54:23.662" v="438"/>
          <ac:spMkLst>
            <pc:docMk/>
            <pc:sldMk cId="3998619759" sldId="260"/>
            <ac:spMk id="90" creationId="{5516C2ED-7FD2-2142-B113-F0CD45BD56AB}"/>
          </ac:spMkLst>
        </pc:spChg>
        <pc:spChg chg="add">
          <ac:chgData name="Andrew Brown" userId="S::brown166@email.franklin.edu::27339762-4e74-4db6-9f8a-0c71ed7f9f9a" providerId="AD" clId="Web-{94D96880-F417-8437-5656-203727D4D6FE}" dt="2026-01-23T22:54:35.849" v="439"/>
          <ac:spMkLst>
            <pc:docMk/>
            <pc:sldMk cId="3998619759" sldId="260"/>
            <ac:spMk id="96" creationId="{6753252F-4873-4F63-801D-CC719279A7D5}"/>
          </ac:spMkLst>
        </pc:spChg>
        <pc:spChg chg="add">
          <ac:chgData name="Andrew Brown" userId="S::brown166@email.franklin.edu::27339762-4e74-4db6-9f8a-0c71ed7f9f9a" providerId="AD" clId="Web-{94D96880-F417-8437-5656-203727D4D6FE}" dt="2026-01-23T22:54:35.849" v="439"/>
          <ac:spMkLst>
            <pc:docMk/>
            <pc:sldMk cId="3998619759" sldId="260"/>
            <ac:spMk id="98" creationId="{047C8CCB-F95D-4249-92DD-651249D3535A}"/>
          </ac:spMkLst>
        </pc:spChg>
        <pc:graphicFrameChg chg="add del mod ord modGraphic">
          <ac:chgData name="Andrew Brown" userId="S::brown166@email.franklin.edu::27339762-4e74-4db6-9f8a-0c71ed7f9f9a" providerId="AD" clId="Web-{94D96880-F417-8437-5656-203727D4D6FE}" dt="2026-01-23T22:54:20.974" v="437"/>
          <ac:graphicFrameMkLst>
            <pc:docMk/>
            <pc:sldMk cId="3998619759" sldId="260"/>
            <ac:graphicFrameMk id="4" creationId="{89BBA4F2-36E4-46F5-ABB8-03448B8F6BC6}"/>
          </ac:graphicFrameMkLst>
        </pc:graphicFrameChg>
        <pc:picChg chg="add mod ord">
          <ac:chgData name="Andrew Brown" userId="S::brown166@email.franklin.edu::27339762-4e74-4db6-9f8a-0c71ed7f9f9a" providerId="AD" clId="Web-{94D96880-F417-8437-5656-203727D4D6FE}" dt="2026-01-23T22:54:35.849" v="439"/>
          <ac:picMkLst>
            <pc:docMk/>
            <pc:sldMk cId="3998619759" sldId="260"/>
            <ac:picMk id="91" creationId="{43653231-C7F9-3236-4BDB-92D48149387F}"/>
          </ac:picMkLst>
        </pc:picChg>
      </pc:sldChg>
      <pc:sldChg chg="modSp new modNotes">
        <pc:chgData name="Andrew Brown" userId="S::brown166@email.franklin.edu::27339762-4e74-4db6-9f8a-0c71ed7f9f9a" providerId="AD" clId="Web-{94D96880-F417-8437-5656-203727D4D6FE}" dt="2026-01-23T22:56:20.459" v="445"/>
        <pc:sldMkLst>
          <pc:docMk/>
          <pc:sldMk cId="2053905394" sldId="261"/>
        </pc:sldMkLst>
        <pc:spChg chg="mod">
          <ac:chgData name="Andrew Brown" userId="S::brown166@email.franklin.edu::27339762-4e74-4db6-9f8a-0c71ed7f9f9a" providerId="AD" clId="Web-{94D96880-F417-8437-5656-203727D4D6FE}" dt="2026-01-23T22:56:11.490" v="442" actId="20577"/>
          <ac:spMkLst>
            <pc:docMk/>
            <pc:sldMk cId="2053905394" sldId="261"/>
            <ac:spMk id="2" creationId="{24E99FFC-A3C2-DEC5-5D0A-A32B1A8E7631}"/>
          </ac:spMkLst>
        </pc:spChg>
        <pc:spChg chg="mod">
          <ac:chgData name="Andrew Brown" userId="S::brown166@email.franklin.edu::27339762-4e74-4db6-9f8a-0c71ed7f9f9a" providerId="AD" clId="Web-{94D96880-F417-8437-5656-203727D4D6FE}" dt="2026-01-23T22:56:19.771" v="444" actId="20577"/>
          <ac:spMkLst>
            <pc:docMk/>
            <pc:sldMk cId="2053905394" sldId="261"/>
            <ac:spMk id="3" creationId="{0E11C0A1-AD40-1F0D-005E-E8C964160702}"/>
          </ac:spMkLst>
        </pc:spChg>
      </pc:sldChg>
      <pc:sldChg chg="addSp delSp modSp new mod setBg">
        <pc:chgData name="Andrew Brown" userId="S::brown166@email.franklin.edu::27339762-4e74-4db6-9f8a-0c71ed7f9f9a" providerId="AD" clId="Web-{94D96880-F417-8437-5656-203727D4D6FE}" dt="2026-01-23T23:00:24.350" v="457"/>
        <pc:sldMkLst>
          <pc:docMk/>
          <pc:sldMk cId="83172238" sldId="262"/>
        </pc:sldMkLst>
        <pc:spChg chg="mod">
          <ac:chgData name="Andrew Brown" userId="S::brown166@email.franklin.edu::27339762-4e74-4db6-9f8a-0c71ed7f9f9a" providerId="AD" clId="Web-{94D96880-F417-8437-5656-203727D4D6FE}" dt="2026-01-23T23:00:24.350" v="457"/>
          <ac:spMkLst>
            <pc:docMk/>
            <pc:sldMk cId="83172238" sldId="262"/>
            <ac:spMk id="2" creationId="{74AB41A8-2822-3D2F-3E41-B777A9B8D7D6}"/>
          </ac:spMkLst>
        </pc:spChg>
        <pc:spChg chg="del">
          <ac:chgData name="Andrew Brown" userId="S::brown166@email.franklin.edu::27339762-4e74-4db6-9f8a-0c71ed7f9f9a" providerId="AD" clId="Web-{94D96880-F417-8437-5656-203727D4D6FE}" dt="2026-01-23T23:00:07.287" v="456"/>
          <ac:spMkLst>
            <pc:docMk/>
            <pc:sldMk cId="83172238" sldId="262"/>
            <ac:spMk id="3" creationId="{7AC08012-9A8B-8491-F808-6A66DA7AC936}"/>
          </ac:spMkLst>
        </pc:spChg>
        <pc:spChg chg="add">
          <ac:chgData name="Andrew Brown" userId="S::brown166@email.franklin.edu::27339762-4e74-4db6-9f8a-0c71ed7f9f9a" providerId="AD" clId="Web-{94D96880-F417-8437-5656-203727D4D6FE}" dt="2026-01-23T23:00:24.350" v="457"/>
          <ac:spMkLst>
            <pc:docMk/>
            <pc:sldMk cId="83172238" sldId="262"/>
            <ac:spMk id="8" creationId="{C157F2A5-63E1-B956-BD95-BBE257FBC266}"/>
          </ac:spMkLst>
        </pc:spChg>
        <pc:spChg chg="add">
          <ac:chgData name="Andrew Brown" userId="S::brown166@email.franklin.edu::27339762-4e74-4db6-9f8a-0c71ed7f9f9a" providerId="AD" clId="Web-{94D96880-F417-8437-5656-203727D4D6FE}" dt="2026-01-23T23:00:24.350" v="457"/>
          <ac:spMkLst>
            <pc:docMk/>
            <pc:sldMk cId="83172238" sldId="262"/>
            <ac:spMk id="11" creationId="{0E3596DD-156A-473E-9BB3-C6A29F7574E9}"/>
          </ac:spMkLst>
        </pc:spChg>
        <pc:spChg chg="add">
          <ac:chgData name="Andrew Brown" userId="S::brown166@email.franklin.edu::27339762-4e74-4db6-9f8a-0c71ed7f9f9a" providerId="AD" clId="Web-{94D96880-F417-8437-5656-203727D4D6FE}" dt="2026-01-23T23:00:24.350" v="457"/>
          <ac:spMkLst>
            <pc:docMk/>
            <pc:sldMk cId="83172238" sldId="262"/>
            <ac:spMk id="13" creationId="{2C46C4D6-C474-4E92-B52E-944C1118F7B6}"/>
          </ac:spMkLst>
        </pc:spChg>
        <pc:picChg chg="add mod ord">
          <ac:chgData name="Andrew Brown" userId="S::brown166@email.franklin.edu::27339762-4e74-4db6-9f8a-0c71ed7f9f9a" providerId="AD" clId="Web-{94D96880-F417-8437-5656-203727D4D6FE}" dt="2026-01-23T23:00:24.350" v="457"/>
          <ac:picMkLst>
            <pc:docMk/>
            <pc:sldMk cId="83172238" sldId="262"/>
            <ac:picMk id="4" creationId="{C21409DB-7B56-4BAE-AFDB-EFC9B8FCA71F}"/>
          </ac:picMkLst>
        </pc:picChg>
      </pc:sldChg>
    </pc:docChg>
  </pc:docChgLst>
  <pc:docChgLst>
    <pc:chgData name="Andrew Brown" userId="S::brown166@email.franklin.edu::27339762-4e74-4db6-9f8a-0c71ed7f9f9a" providerId="AD" clId="Web-{868FD9BA-77B2-2297-B826-FA63DD5B352C}"/>
    <pc:docChg chg="mod addSld delSld modSld addMainMaster delMainMaster">
      <pc:chgData name="Andrew Brown" userId="S::brown166@email.franklin.edu::27339762-4e74-4db6-9f8a-0c71ed7f9f9a" providerId="AD" clId="Web-{868FD9BA-77B2-2297-B826-FA63DD5B352C}" dt="2026-01-24T00:05:03.515" v="514" actId="20577"/>
      <pc:docMkLst>
        <pc:docMk/>
      </pc:docMkLst>
      <pc:sldChg chg="modSp mod modClrScheme chgLayout modNotes">
        <pc:chgData name="Andrew Brown" userId="S::brown166@email.franklin.edu::27339762-4e74-4db6-9f8a-0c71ed7f9f9a" providerId="AD" clId="Web-{868FD9BA-77B2-2297-B826-FA63DD5B352C}" dt="2026-01-23T23:56:04.964" v="370" actId="20577"/>
        <pc:sldMkLst>
          <pc:docMk/>
          <pc:sldMk cId="109857222" sldId="256"/>
        </pc:sldMkLst>
        <pc:spChg chg="mod ord">
          <ac:chgData name="Andrew Brown" userId="S::brown166@email.franklin.edu::27339762-4e74-4db6-9f8a-0c71ed7f9f9a" providerId="AD" clId="Web-{868FD9BA-77B2-2297-B826-FA63DD5B352C}" dt="2026-01-23T23:56:04.964" v="370" actId="20577"/>
          <ac:spMkLst>
            <pc:docMk/>
            <pc:sldMk cId="109857222" sldId="256"/>
            <ac:spMk id="2" creationId="{00000000-0000-0000-0000-000000000000}"/>
          </ac:spMkLst>
        </pc:spChg>
        <pc:spChg chg="mod ord">
          <ac:chgData name="Andrew Brown" userId="S::brown166@email.franklin.edu::27339762-4e74-4db6-9f8a-0c71ed7f9f9a" providerId="AD" clId="Web-{868FD9BA-77B2-2297-B826-FA63DD5B352C}" dt="2026-01-23T23:55:47.871" v="366" actId="20577"/>
          <ac:spMkLst>
            <pc:docMk/>
            <pc:sldMk cId="109857222" sldId="256"/>
            <ac:spMk id="3" creationId="{00000000-0000-0000-0000-000000000000}"/>
          </ac:spMkLst>
        </pc:spChg>
      </pc:sldChg>
      <pc:sldChg chg="addSp modSp mod setBg modClrScheme chgLayout modNotes">
        <pc:chgData name="Andrew Brown" userId="S::brown166@email.franklin.edu::27339762-4e74-4db6-9f8a-0c71ed7f9f9a" providerId="AD" clId="Web-{868FD9BA-77B2-2297-B826-FA63DD5B352C}" dt="2026-01-24T00:05:03.515" v="514" actId="20577"/>
        <pc:sldMkLst>
          <pc:docMk/>
          <pc:sldMk cId="1674920671" sldId="257"/>
        </pc:sldMkLst>
        <pc:spChg chg="mod ord">
          <ac:chgData name="Andrew Brown" userId="S::brown166@email.franklin.edu::27339762-4e74-4db6-9f8a-0c71ed7f9f9a" providerId="AD" clId="Web-{868FD9BA-77B2-2297-B826-FA63DD5B352C}" dt="2026-01-24T00:05:03.515" v="514" actId="20577"/>
          <ac:spMkLst>
            <pc:docMk/>
            <pc:sldMk cId="1674920671" sldId="257"/>
            <ac:spMk id="2" creationId="{D6743FFB-7030-337B-C208-EB94591F514B}"/>
          </ac:spMkLst>
        </pc:spChg>
        <pc:spChg chg="mod ord">
          <ac:chgData name="Andrew Brown" userId="S::brown166@email.franklin.edu::27339762-4e74-4db6-9f8a-0c71ed7f9f9a" providerId="AD" clId="Web-{868FD9BA-77B2-2297-B826-FA63DD5B352C}" dt="2026-01-23T23:13:35.763" v="200"/>
          <ac:spMkLst>
            <pc:docMk/>
            <pc:sldMk cId="1674920671" sldId="257"/>
            <ac:spMk id="3" creationId="{499505D5-6C15-7450-73FF-38DDD38C9D50}"/>
          </ac:spMkLst>
        </pc:spChg>
        <pc:spChg chg="add">
          <ac:chgData name="Andrew Brown" userId="S::brown166@email.franklin.edu::27339762-4e74-4db6-9f8a-0c71ed7f9f9a" providerId="AD" clId="Web-{868FD9BA-77B2-2297-B826-FA63DD5B352C}" dt="2026-01-23T23:13:35.763" v="200"/>
          <ac:spMkLst>
            <pc:docMk/>
            <pc:sldMk cId="1674920671" sldId="257"/>
            <ac:spMk id="8" creationId="{0AE80D91-18AA-438F-BFF4-E6BABFDFBABE}"/>
          </ac:spMkLst>
        </pc:spChg>
        <pc:spChg chg="add">
          <ac:chgData name="Andrew Brown" userId="S::brown166@email.franklin.edu::27339762-4e74-4db6-9f8a-0c71ed7f9f9a" providerId="AD" clId="Web-{868FD9BA-77B2-2297-B826-FA63DD5B352C}" dt="2026-01-23T23:13:35.763" v="200"/>
          <ac:spMkLst>
            <pc:docMk/>
            <pc:sldMk cId="1674920671" sldId="257"/>
            <ac:spMk id="10" creationId="{EF05C5AB-8A34-4DF3-AB54-AD74AA4324E8}"/>
          </ac:spMkLst>
        </pc:spChg>
        <pc:spChg chg="add">
          <ac:chgData name="Andrew Brown" userId="S::brown166@email.franklin.edu::27339762-4e74-4db6-9f8a-0c71ed7f9f9a" providerId="AD" clId="Web-{868FD9BA-77B2-2297-B826-FA63DD5B352C}" dt="2026-01-23T23:13:35.763" v="200"/>
          <ac:spMkLst>
            <pc:docMk/>
            <pc:sldMk cId="1674920671" sldId="257"/>
            <ac:spMk id="12" creationId="{AA3B856C-9196-4702-BED7-5733C7EAA667}"/>
          </ac:spMkLst>
        </pc:spChg>
      </pc:sldChg>
      <pc:sldChg chg="addSp delSp modSp del mod modClrScheme chgLayout">
        <pc:chgData name="Andrew Brown" userId="S::brown166@email.franklin.edu::27339762-4e74-4db6-9f8a-0c71ed7f9f9a" providerId="AD" clId="Web-{868FD9BA-77B2-2297-B826-FA63DD5B352C}" dt="2026-01-23T23:12:15.372" v="159"/>
        <pc:sldMkLst>
          <pc:docMk/>
          <pc:sldMk cId="921218518" sldId="258"/>
        </pc:sldMkLst>
        <pc:spChg chg="mod ord">
          <ac:chgData name="Andrew Brown" userId="S::brown166@email.franklin.edu::27339762-4e74-4db6-9f8a-0c71ed7f9f9a" providerId="AD" clId="Web-{868FD9BA-77B2-2297-B826-FA63DD5B352C}" dt="2026-01-23T23:10:31.231" v="116" actId="20577"/>
          <ac:spMkLst>
            <pc:docMk/>
            <pc:sldMk cId="921218518" sldId="258"/>
            <ac:spMk id="2" creationId="{961F7FCC-E581-486D-5229-DC389ACC9DAE}"/>
          </ac:spMkLst>
        </pc:spChg>
        <pc:spChg chg="add del mod ord">
          <ac:chgData name="Andrew Brown" userId="S::brown166@email.franklin.edu::27339762-4e74-4db6-9f8a-0c71ed7f9f9a" providerId="AD" clId="Web-{868FD9BA-77B2-2297-B826-FA63DD5B352C}" dt="2026-01-23T23:12:12.419" v="157" actId="20577"/>
          <ac:spMkLst>
            <pc:docMk/>
            <pc:sldMk cId="921218518" sldId="258"/>
            <ac:spMk id="3" creationId="{C33AEABC-44F0-BD2A-8A17-B0F2193D3DE6}"/>
          </ac:spMkLst>
        </pc:spChg>
        <pc:spChg chg="del mod ord">
          <ac:chgData name="Andrew Brown" userId="S::brown166@email.franklin.edu::27339762-4e74-4db6-9f8a-0c71ed7f9f9a" providerId="AD" clId="Web-{868FD9BA-77B2-2297-B826-FA63DD5B352C}" dt="2026-01-23T23:06:37.183" v="58"/>
          <ac:spMkLst>
            <pc:docMk/>
            <pc:sldMk cId="921218518" sldId="258"/>
            <ac:spMk id="4" creationId="{98646EFD-F1A1-1936-BE38-0524D0448302}"/>
          </ac:spMkLst>
        </pc:spChg>
        <pc:spChg chg="del mod ord">
          <ac:chgData name="Andrew Brown" userId="S::brown166@email.franklin.edu::27339762-4e74-4db6-9f8a-0c71ed7f9f9a" providerId="AD" clId="Web-{868FD9BA-77B2-2297-B826-FA63DD5B352C}" dt="2026-01-23T23:12:13.779" v="158"/>
          <ac:spMkLst>
            <pc:docMk/>
            <pc:sldMk cId="921218518" sldId="258"/>
            <ac:spMk id="5" creationId="{0E1E4E78-85D3-EE8D-4211-5E14A23BD888}"/>
          </ac:spMkLst>
        </pc:spChg>
        <pc:spChg chg="del mod ord">
          <ac:chgData name="Andrew Brown" userId="S::brown166@email.franklin.edu::27339762-4e74-4db6-9f8a-0c71ed7f9f9a" providerId="AD" clId="Web-{868FD9BA-77B2-2297-B826-FA63DD5B352C}" dt="2026-01-23T23:06:43.730" v="62"/>
          <ac:spMkLst>
            <pc:docMk/>
            <pc:sldMk cId="921218518" sldId="258"/>
            <ac:spMk id="6" creationId="{8DBA84A2-5EB6-F696-8807-BDF2FADA058B}"/>
          </ac:spMkLst>
        </pc:spChg>
        <pc:spChg chg="add del mod ord">
          <ac:chgData name="Andrew Brown" userId="S::brown166@email.franklin.edu::27339762-4e74-4db6-9f8a-0c71ed7f9f9a" providerId="AD" clId="Web-{868FD9BA-77B2-2297-B826-FA63DD5B352C}" dt="2026-01-23T23:09:18.090" v="105"/>
          <ac:spMkLst>
            <pc:docMk/>
            <pc:sldMk cId="921218518" sldId="258"/>
            <ac:spMk id="18" creationId="{A9277933-B062-F710-545C-A2393FDE5BB5}"/>
          </ac:spMkLst>
        </pc:spChg>
        <pc:spChg chg="add del mod ord">
          <ac:chgData name="Andrew Brown" userId="S::brown166@email.franklin.edu::27339762-4e74-4db6-9f8a-0c71ed7f9f9a" providerId="AD" clId="Web-{868FD9BA-77B2-2297-B826-FA63DD5B352C}" dt="2026-01-23T23:09:31.215" v="110"/>
          <ac:spMkLst>
            <pc:docMk/>
            <pc:sldMk cId="921218518" sldId="258"/>
            <ac:spMk id="19" creationId="{21471483-70B3-B11F-DCEE-0B8A4B75C5A3}"/>
          </ac:spMkLst>
        </pc:spChg>
        <pc:spChg chg="add del mod">
          <ac:chgData name="Andrew Brown" userId="S::brown166@email.franklin.edu::27339762-4e74-4db6-9f8a-0c71ed7f9f9a" providerId="AD" clId="Web-{868FD9BA-77B2-2297-B826-FA63DD5B352C}" dt="2026-01-23T23:08:14.403" v="94"/>
          <ac:spMkLst>
            <pc:docMk/>
            <pc:sldMk cId="921218518" sldId="258"/>
            <ac:spMk id="20" creationId="{5038B41B-C9BE-6B3B-4919-1ADF03CB6414}"/>
          </ac:spMkLst>
        </pc:spChg>
        <pc:spChg chg="add mod">
          <ac:chgData name="Andrew Brown" userId="S::brown166@email.franklin.edu::27339762-4e74-4db6-9f8a-0c71ed7f9f9a" providerId="AD" clId="Web-{868FD9BA-77B2-2297-B826-FA63DD5B352C}" dt="2026-01-23T23:12:13.779" v="158"/>
          <ac:spMkLst>
            <pc:docMk/>
            <pc:sldMk cId="921218518" sldId="258"/>
            <ac:spMk id="22" creationId="{162AD369-5298-BEFC-3594-3D4E0E2626AD}"/>
          </ac:spMkLst>
        </pc:spChg>
        <pc:graphicFrameChg chg="add del">
          <ac:chgData name="Andrew Brown" userId="S::brown166@email.franklin.edu::27339762-4e74-4db6-9f8a-0c71ed7f9f9a" providerId="AD" clId="Web-{868FD9BA-77B2-2297-B826-FA63DD5B352C}" dt="2026-01-23T23:07:33.543" v="82"/>
          <ac:graphicFrameMkLst>
            <pc:docMk/>
            <pc:sldMk cId="921218518" sldId="258"/>
            <ac:graphicFrameMk id="7" creationId="{7B9CE5CB-19D7-EB30-1F93-C0A3B60577A8}"/>
          </ac:graphicFrameMkLst>
        </pc:graphicFrameChg>
      </pc:sldChg>
      <pc:sldChg chg="modSp mod setBg modClrScheme chgLayout modNotes">
        <pc:chgData name="Andrew Brown" userId="S::brown166@email.franklin.edu::27339762-4e74-4db6-9f8a-0c71ed7f9f9a" providerId="AD" clId="Web-{868FD9BA-77B2-2297-B826-FA63DD5B352C}" dt="2026-01-23T23:54:01.573" v="320"/>
        <pc:sldMkLst>
          <pc:docMk/>
          <pc:sldMk cId="3599913967" sldId="259"/>
        </pc:sldMkLst>
        <pc:spChg chg="mod ord">
          <ac:chgData name="Andrew Brown" userId="S::brown166@email.franklin.edu::27339762-4e74-4db6-9f8a-0c71ed7f9f9a" providerId="AD" clId="Web-{868FD9BA-77B2-2297-B826-FA63DD5B352C}" dt="2026-01-23T23:15:37.951" v="223" actId="14100"/>
          <ac:spMkLst>
            <pc:docMk/>
            <pc:sldMk cId="3599913967" sldId="259"/>
            <ac:spMk id="2" creationId="{7CB61BCF-CACD-2085-4164-84E2A6193295}"/>
          </ac:spMkLst>
        </pc:spChg>
        <pc:graphicFrameChg chg="mod ord modGraphic">
          <ac:chgData name="Andrew Brown" userId="S::brown166@email.franklin.edu::27339762-4e74-4db6-9f8a-0c71ed7f9f9a" providerId="AD" clId="Web-{868FD9BA-77B2-2297-B826-FA63DD5B352C}" dt="2026-01-23T23:03:13.292" v="33"/>
          <ac:graphicFrameMkLst>
            <pc:docMk/>
            <pc:sldMk cId="3599913967" sldId="259"/>
            <ac:graphicFrameMk id="4" creationId="{EB9C1201-3464-FE5E-8338-7AA3678841DA}"/>
          </ac:graphicFrameMkLst>
        </pc:graphicFrameChg>
      </pc:sldChg>
      <pc:sldChg chg="addSp delSp modSp mod modClrScheme delDesignElem chgLayout modNotes">
        <pc:chgData name="Andrew Brown" userId="S::brown166@email.franklin.edu::27339762-4e74-4db6-9f8a-0c71ed7f9f9a" providerId="AD" clId="Web-{868FD9BA-77B2-2297-B826-FA63DD5B352C}" dt="2026-01-23T23:54:33.574" v="325"/>
        <pc:sldMkLst>
          <pc:docMk/>
          <pc:sldMk cId="3998619759" sldId="260"/>
        </pc:sldMkLst>
        <pc:spChg chg="mod ord">
          <ac:chgData name="Andrew Brown" userId="S::brown166@email.franklin.edu::27339762-4e74-4db6-9f8a-0c71ed7f9f9a" providerId="AD" clId="Web-{868FD9BA-77B2-2297-B826-FA63DD5B352C}" dt="2026-01-23T23:02:57.729" v="31"/>
          <ac:spMkLst>
            <pc:docMk/>
            <pc:sldMk cId="3998619759" sldId="260"/>
            <ac:spMk id="2" creationId="{679B228C-CC13-8A3D-1FAE-E6422AB33F56}"/>
          </ac:spMkLst>
        </pc:spChg>
        <pc:spChg chg="add mod">
          <ac:chgData name="Andrew Brown" userId="S::brown166@email.franklin.edu::27339762-4e74-4db6-9f8a-0c71ed7f9f9a" providerId="AD" clId="Web-{868FD9BA-77B2-2297-B826-FA63DD5B352C}" dt="2026-01-23T23:22:10.374" v="252" actId="20577"/>
          <ac:spMkLst>
            <pc:docMk/>
            <pc:sldMk cId="3998619759" sldId="260"/>
            <ac:spMk id="3" creationId="{4F4111EA-68EA-E3A2-AC0C-E1DE2A5E8A10}"/>
          </ac:spMkLst>
        </pc:spChg>
        <pc:spChg chg="add mod">
          <ac:chgData name="Andrew Brown" userId="S::brown166@email.franklin.edu::27339762-4e74-4db6-9f8a-0c71ed7f9f9a" providerId="AD" clId="Web-{868FD9BA-77B2-2297-B826-FA63DD5B352C}" dt="2026-01-23T23:22:04.249" v="251" actId="20577"/>
          <ac:spMkLst>
            <pc:docMk/>
            <pc:sldMk cId="3998619759" sldId="260"/>
            <ac:spMk id="4" creationId="{127ABC35-941B-3A4C-57A2-18F0E309B5DE}"/>
          </ac:spMkLst>
        </pc:spChg>
        <pc:spChg chg="add mod">
          <ac:chgData name="Andrew Brown" userId="S::brown166@email.franklin.edu::27339762-4e74-4db6-9f8a-0c71ed7f9f9a" providerId="AD" clId="Web-{868FD9BA-77B2-2297-B826-FA63DD5B352C}" dt="2026-01-23T23:24:14.578" v="260" actId="14100"/>
          <ac:spMkLst>
            <pc:docMk/>
            <pc:sldMk cId="3998619759" sldId="260"/>
            <ac:spMk id="5" creationId="{F926B91C-7931-ACDE-9633-9A3F45412158}"/>
          </ac:spMkLst>
        </pc:spChg>
        <pc:spChg chg="del">
          <ac:chgData name="Andrew Brown" userId="S::brown166@email.franklin.edu::27339762-4e74-4db6-9f8a-0c71ed7f9f9a" providerId="AD" clId="Web-{868FD9BA-77B2-2297-B826-FA63DD5B352C}" dt="2026-01-23T23:02:57.729" v="31"/>
          <ac:spMkLst>
            <pc:docMk/>
            <pc:sldMk cId="3998619759" sldId="260"/>
            <ac:spMk id="96" creationId="{6753252F-4873-4F63-801D-CC719279A7D5}"/>
          </ac:spMkLst>
        </pc:spChg>
        <pc:spChg chg="del">
          <ac:chgData name="Andrew Brown" userId="S::brown166@email.franklin.edu::27339762-4e74-4db6-9f8a-0c71ed7f9f9a" providerId="AD" clId="Web-{868FD9BA-77B2-2297-B826-FA63DD5B352C}" dt="2026-01-23T23:02:57.729" v="31"/>
          <ac:spMkLst>
            <pc:docMk/>
            <pc:sldMk cId="3998619759" sldId="260"/>
            <ac:spMk id="98" creationId="{047C8CCB-F95D-4249-92DD-651249D3535A}"/>
          </ac:spMkLst>
        </pc:spChg>
        <pc:picChg chg="mod ord">
          <ac:chgData name="Andrew Brown" userId="S::brown166@email.franklin.edu::27339762-4e74-4db6-9f8a-0c71ed7f9f9a" providerId="AD" clId="Web-{868FD9BA-77B2-2297-B826-FA63DD5B352C}" dt="2026-01-23T23:02:57.729" v="31"/>
          <ac:picMkLst>
            <pc:docMk/>
            <pc:sldMk cId="3998619759" sldId="260"/>
            <ac:picMk id="91" creationId="{43653231-C7F9-3236-4BDB-92D48149387F}"/>
          </ac:picMkLst>
        </pc:picChg>
      </pc:sldChg>
      <pc:sldChg chg="addSp delSp modSp mod setBg modClrScheme setClrOvrMap chgLayout modNotes">
        <pc:chgData name="Andrew Brown" userId="S::brown166@email.franklin.edu::27339762-4e74-4db6-9f8a-0c71ed7f9f9a" providerId="AD" clId="Web-{868FD9BA-77B2-2297-B826-FA63DD5B352C}" dt="2026-01-23T23:54:50.433" v="330"/>
        <pc:sldMkLst>
          <pc:docMk/>
          <pc:sldMk cId="2053905394" sldId="261"/>
        </pc:sldMkLst>
        <pc:spChg chg="mod ord">
          <ac:chgData name="Andrew Brown" userId="S::brown166@email.franklin.edu::27339762-4e74-4db6-9f8a-0c71ed7f9f9a" providerId="AD" clId="Web-{868FD9BA-77B2-2297-B826-FA63DD5B352C}" dt="2026-01-23T23:32:19.227" v="297"/>
          <ac:spMkLst>
            <pc:docMk/>
            <pc:sldMk cId="2053905394" sldId="261"/>
            <ac:spMk id="2" creationId="{24E99FFC-A3C2-DEC5-5D0A-A32B1A8E7631}"/>
          </ac:spMkLst>
        </pc:spChg>
        <pc:spChg chg="add del mod ord">
          <ac:chgData name="Andrew Brown" userId="S::brown166@email.franklin.edu::27339762-4e74-4db6-9f8a-0c71ed7f9f9a" providerId="AD" clId="Web-{868FD9BA-77B2-2297-B826-FA63DD5B352C}" dt="2026-01-23T23:30:23.096" v="295"/>
          <ac:spMkLst>
            <pc:docMk/>
            <pc:sldMk cId="2053905394" sldId="261"/>
            <ac:spMk id="3" creationId="{0E11C0A1-AD40-1F0D-005E-E8C964160702}"/>
          </ac:spMkLst>
        </pc:spChg>
        <pc:spChg chg="add del">
          <ac:chgData name="Andrew Brown" userId="S::brown166@email.franklin.edu::27339762-4e74-4db6-9f8a-0c71ed7f9f9a" providerId="AD" clId="Web-{868FD9BA-77B2-2297-B826-FA63DD5B352C}" dt="2026-01-23T23:30:23.096" v="295"/>
          <ac:spMkLst>
            <pc:docMk/>
            <pc:sldMk cId="2053905394" sldId="261"/>
            <ac:spMk id="8" creationId="{A6F05DDE-5F2C-44F5-BACC-DED4737B11B8}"/>
          </ac:spMkLst>
        </pc:spChg>
        <pc:spChg chg="add mod">
          <ac:chgData name="Andrew Brown" userId="S::brown166@email.franklin.edu::27339762-4e74-4db6-9f8a-0c71ed7f9f9a" providerId="AD" clId="Web-{868FD9BA-77B2-2297-B826-FA63DD5B352C}" dt="2026-01-23T23:32:33.977" v="299" actId="20577"/>
          <ac:spMkLst>
            <pc:docMk/>
            <pc:sldMk cId="2053905394" sldId="261"/>
            <ac:spMk id="14" creationId="{0E11C0A1-AD40-1F0D-005E-E8C964160702}"/>
          </ac:spMkLst>
        </pc:spChg>
        <pc:spChg chg="add del">
          <ac:chgData name="Andrew Brown" userId="S::brown166@email.franklin.edu::27339762-4e74-4db6-9f8a-0c71ed7f9f9a" providerId="AD" clId="Web-{868FD9BA-77B2-2297-B826-FA63DD5B352C}" dt="2026-01-23T23:32:19.227" v="297"/>
          <ac:spMkLst>
            <pc:docMk/>
            <pc:sldMk cId="2053905394" sldId="261"/>
            <ac:spMk id="15" creationId="{5DB0431E-0B04-44A1-9C51-531E28D18A60}"/>
          </ac:spMkLst>
        </pc:spChg>
        <pc:spChg chg="add del">
          <ac:chgData name="Andrew Brown" userId="S::brown166@email.franklin.edu::27339762-4e74-4db6-9f8a-0c71ed7f9f9a" providerId="AD" clId="Web-{868FD9BA-77B2-2297-B826-FA63DD5B352C}" dt="2026-01-23T23:32:19.227" v="297"/>
          <ac:spMkLst>
            <pc:docMk/>
            <pc:sldMk cId="2053905394" sldId="261"/>
            <ac:spMk id="17" creationId="{6B424749-EEE0-49C9-9ABF-97B171A3EA00}"/>
          </ac:spMkLst>
        </pc:spChg>
        <pc:spChg chg="add">
          <ac:chgData name="Andrew Brown" userId="S::brown166@email.franklin.edu::27339762-4e74-4db6-9f8a-0c71ed7f9f9a" providerId="AD" clId="Web-{868FD9BA-77B2-2297-B826-FA63DD5B352C}" dt="2026-01-23T23:32:19.227" v="297"/>
          <ac:spMkLst>
            <pc:docMk/>
            <pc:sldMk cId="2053905394" sldId="261"/>
            <ac:spMk id="23" creationId="{50CF6C96-4596-4D83-A9F9-A3AB22AB4D89}"/>
          </ac:spMkLst>
        </pc:spChg>
        <pc:graphicFrameChg chg="add del">
          <ac:chgData name="Andrew Brown" userId="S::brown166@email.franklin.edu::27339762-4e74-4db6-9f8a-0c71ed7f9f9a" providerId="AD" clId="Web-{868FD9BA-77B2-2297-B826-FA63DD5B352C}" dt="2026-01-23T23:30:23.081" v="294"/>
          <ac:graphicFrameMkLst>
            <pc:docMk/>
            <pc:sldMk cId="2053905394" sldId="261"/>
            <ac:graphicFrameMk id="12" creationId="{E5F68D4B-42F0-76AC-E8F0-B23F7EBEEF04}"/>
          </ac:graphicFrameMkLst>
        </pc:graphicFrameChg>
        <pc:picChg chg="add mod">
          <ac:chgData name="Andrew Brown" userId="S::brown166@email.franklin.edu::27339762-4e74-4db6-9f8a-0c71ed7f9f9a" providerId="AD" clId="Web-{868FD9BA-77B2-2297-B826-FA63DD5B352C}" dt="2026-01-23T23:32:19.227" v="297"/>
          <ac:picMkLst>
            <pc:docMk/>
            <pc:sldMk cId="2053905394" sldId="261"/>
            <ac:picMk id="18" creationId="{FCFC50E7-5876-06E5-E8A2-1F1970239B7C}"/>
          </ac:picMkLst>
        </pc:picChg>
        <pc:cxnChg chg="add del">
          <ac:chgData name="Andrew Brown" userId="S::brown166@email.franklin.edu::27339762-4e74-4db6-9f8a-0c71ed7f9f9a" providerId="AD" clId="Web-{868FD9BA-77B2-2297-B826-FA63DD5B352C}" dt="2026-01-23T23:30:23.096" v="295"/>
          <ac:cxnSpMkLst>
            <pc:docMk/>
            <pc:sldMk cId="2053905394" sldId="261"/>
            <ac:cxnSpMk id="10" creationId="{D7E8ECA2-60A0-4D39-817D-F1E982ED7F9B}"/>
          </ac:cxnSpMkLst>
        </pc:cxnChg>
      </pc:sldChg>
      <pc:sldChg chg="addSp delSp modSp mod modClrScheme delDesignElem chgLayout modNotes">
        <pc:chgData name="Andrew Brown" userId="S::brown166@email.franklin.edu::27339762-4e74-4db6-9f8a-0c71ed7f9f9a" providerId="AD" clId="Web-{868FD9BA-77B2-2297-B826-FA63DD5B352C}" dt="2026-01-23T23:54:15.808" v="323"/>
        <pc:sldMkLst>
          <pc:docMk/>
          <pc:sldMk cId="83172238" sldId="262"/>
        </pc:sldMkLst>
        <pc:spChg chg="mod ord">
          <ac:chgData name="Andrew Brown" userId="S::brown166@email.franklin.edu::27339762-4e74-4db6-9f8a-0c71ed7f9f9a" providerId="AD" clId="Web-{868FD9BA-77B2-2297-B826-FA63DD5B352C}" dt="2026-01-23T23:54:13.214" v="322" actId="20577"/>
          <ac:spMkLst>
            <pc:docMk/>
            <pc:sldMk cId="83172238" sldId="262"/>
            <ac:spMk id="2" creationId="{74AB41A8-2822-3D2F-3E41-B777A9B8D7D6}"/>
          </ac:spMkLst>
        </pc:spChg>
        <pc:spChg chg="add del">
          <ac:chgData name="Andrew Brown" userId="S::brown166@email.franklin.edu::27339762-4e74-4db6-9f8a-0c71ed7f9f9a" providerId="AD" clId="Web-{868FD9BA-77B2-2297-B826-FA63DD5B352C}" dt="2026-01-23T23:01:17.651" v="22"/>
          <ac:spMkLst>
            <pc:docMk/>
            <pc:sldMk cId="83172238" sldId="262"/>
            <ac:spMk id="8" creationId="{C157F2A5-63E1-B956-BD95-BBE257FBC266}"/>
          </ac:spMkLst>
        </pc:spChg>
        <pc:spChg chg="add del">
          <ac:chgData name="Andrew Brown" userId="S::brown166@email.franklin.edu::27339762-4e74-4db6-9f8a-0c71ed7f9f9a" providerId="AD" clId="Web-{868FD9BA-77B2-2297-B826-FA63DD5B352C}" dt="2026-01-23T23:01:17.651" v="22"/>
          <ac:spMkLst>
            <pc:docMk/>
            <pc:sldMk cId="83172238" sldId="262"/>
            <ac:spMk id="11" creationId="{0E3596DD-156A-473E-9BB3-C6A29F7574E9}"/>
          </ac:spMkLst>
        </pc:spChg>
        <pc:spChg chg="add del">
          <ac:chgData name="Andrew Brown" userId="S::brown166@email.franklin.edu::27339762-4e74-4db6-9f8a-0c71ed7f9f9a" providerId="AD" clId="Web-{868FD9BA-77B2-2297-B826-FA63DD5B352C}" dt="2026-01-23T23:01:17.651" v="22"/>
          <ac:spMkLst>
            <pc:docMk/>
            <pc:sldMk cId="83172238" sldId="262"/>
            <ac:spMk id="13" creationId="{2C46C4D6-C474-4E92-B52E-944C1118F7B6}"/>
          </ac:spMkLst>
        </pc:spChg>
        <pc:spChg chg="add del">
          <ac:chgData name="Andrew Brown" userId="S::brown166@email.franklin.edu::27339762-4e74-4db6-9f8a-0c71ed7f9f9a" providerId="AD" clId="Web-{868FD9BA-77B2-2297-B826-FA63DD5B352C}" dt="2026-01-23T23:01:17.651" v="21"/>
          <ac:spMkLst>
            <pc:docMk/>
            <pc:sldMk cId="83172238" sldId="262"/>
            <ac:spMk id="18" creationId="{D4771268-CB57-404A-9271-370EB28F6090}"/>
          </ac:spMkLst>
        </pc:spChg>
        <pc:spChg chg="add del">
          <ac:chgData name="Andrew Brown" userId="S::brown166@email.franklin.edu::27339762-4e74-4db6-9f8a-0c71ed7f9f9a" providerId="AD" clId="Web-{868FD9BA-77B2-2297-B826-FA63DD5B352C}" dt="2026-01-23T23:02:43.104" v="30"/>
          <ac:spMkLst>
            <pc:docMk/>
            <pc:sldMk cId="83172238" sldId="262"/>
            <ac:spMk id="20" creationId="{59383CF9-23B5-4335-9B21-1791C4CF1C75}"/>
          </ac:spMkLst>
        </pc:spChg>
        <pc:spChg chg="add del">
          <ac:chgData name="Andrew Brown" userId="S::brown166@email.franklin.edu::27339762-4e74-4db6-9f8a-0c71ed7f9f9a" providerId="AD" clId="Web-{868FD9BA-77B2-2297-B826-FA63DD5B352C}" dt="2026-01-23T23:02:43.104" v="30"/>
          <ac:spMkLst>
            <pc:docMk/>
            <pc:sldMk cId="83172238" sldId="262"/>
            <ac:spMk id="21" creationId="{2EB492CD-616E-47F8-933B-5E2D952A0593}"/>
          </ac:spMkLst>
        </pc:spChg>
        <pc:spChg chg="add del">
          <ac:chgData name="Andrew Brown" userId="S::brown166@email.franklin.edu::27339762-4e74-4db6-9f8a-0c71ed7f9f9a" providerId="AD" clId="Web-{868FD9BA-77B2-2297-B826-FA63DD5B352C}" dt="2026-01-23T23:02:43.104" v="30"/>
          <ac:spMkLst>
            <pc:docMk/>
            <pc:sldMk cId="83172238" sldId="262"/>
            <ac:spMk id="22" creationId="{0007FE00-9498-4706-B255-6437B0252C02}"/>
          </ac:spMkLst>
        </pc:spChg>
        <pc:spChg chg="add mod ord">
          <ac:chgData name="Andrew Brown" userId="S::brown166@email.franklin.edu::27339762-4e74-4db6-9f8a-0c71ed7f9f9a" providerId="AD" clId="Web-{868FD9BA-77B2-2297-B826-FA63DD5B352C}" dt="2026-01-23T23:16:26.358" v="231"/>
          <ac:spMkLst>
            <pc:docMk/>
            <pc:sldMk cId="83172238" sldId="262"/>
            <ac:spMk id="23" creationId="{C157F2A5-63E1-B956-BD95-BBE257FBC266}"/>
          </ac:spMkLst>
        </pc:spChg>
        <pc:spChg chg="add del">
          <ac:chgData name="Andrew Brown" userId="S::brown166@email.franklin.edu::27339762-4e74-4db6-9f8a-0c71ed7f9f9a" providerId="AD" clId="Web-{868FD9BA-77B2-2297-B826-FA63DD5B352C}" dt="2026-01-23T23:16:26.358" v="231"/>
          <ac:spMkLst>
            <pc:docMk/>
            <pc:sldMk cId="83172238" sldId="262"/>
            <ac:spMk id="25" creationId="{60C2BF78-EE5B-49C7-ADD9-58CDBD13E3AA}"/>
          </ac:spMkLst>
        </pc:spChg>
        <pc:spChg chg="add del">
          <ac:chgData name="Andrew Brown" userId="S::brown166@email.franklin.edu::27339762-4e74-4db6-9f8a-0c71ed7f9f9a" providerId="AD" clId="Web-{868FD9BA-77B2-2297-B826-FA63DD5B352C}" dt="2026-01-23T23:02:43.104" v="29"/>
          <ac:spMkLst>
            <pc:docMk/>
            <pc:sldMk cId="83172238" sldId="262"/>
            <ac:spMk id="28" creationId="{2EB492CD-616E-47F8-933B-5E2D952A0593}"/>
          </ac:spMkLst>
        </pc:spChg>
        <pc:spChg chg="add del">
          <ac:chgData name="Andrew Brown" userId="S::brown166@email.franklin.edu::27339762-4e74-4db6-9f8a-0c71ed7f9f9a" providerId="AD" clId="Web-{868FD9BA-77B2-2297-B826-FA63DD5B352C}" dt="2026-01-23T23:02:43.104" v="29"/>
          <ac:spMkLst>
            <pc:docMk/>
            <pc:sldMk cId="83172238" sldId="262"/>
            <ac:spMk id="30" creationId="{59383CF9-23B5-4335-9B21-1791C4CF1C75}"/>
          </ac:spMkLst>
        </pc:spChg>
        <pc:spChg chg="add del">
          <ac:chgData name="Andrew Brown" userId="S::brown166@email.franklin.edu::27339762-4e74-4db6-9f8a-0c71ed7f9f9a" providerId="AD" clId="Web-{868FD9BA-77B2-2297-B826-FA63DD5B352C}" dt="2026-01-23T23:02:43.104" v="29"/>
          <ac:spMkLst>
            <pc:docMk/>
            <pc:sldMk cId="83172238" sldId="262"/>
            <ac:spMk id="32" creationId="{0007FE00-9498-4706-B255-6437B0252C02}"/>
          </ac:spMkLst>
        </pc:spChg>
        <pc:spChg chg="add del">
          <ac:chgData name="Andrew Brown" userId="S::brown166@email.franklin.edu::27339762-4e74-4db6-9f8a-0c71ed7f9f9a" providerId="AD" clId="Web-{868FD9BA-77B2-2297-B826-FA63DD5B352C}" dt="2026-01-23T23:02:57.729" v="31"/>
          <ac:spMkLst>
            <pc:docMk/>
            <pc:sldMk cId="83172238" sldId="262"/>
            <ac:spMk id="34" creationId="{9F7D5CDA-D291-4307-BF55-1381FED29634}"/>
          </ac:spMkLst>
        </pc:spChg>
        <pc:picChg chg="add mod">
          <ac:chgData name="Andrew Brown" userId="S::brown166@email.franklin.edu::27339762-4e74-4db6-9f8a-0c71ed7f9f9a" providerId="AD" clId="Web-{868FD9BA-77B2-2297-B826-FA63DD5B352C}" dt="2026-01-23T23:16:26.358" v="231"/>
          <ac:picMkLst>
            <pc:docMk/>
            <pc:sldMk cId="83172238" sldId="262"/>
            <ac:picMk id="3" creationId="{18632C7D-706C-910E-4F3A-FC52CBF48BEA}"/>
          </ac:picMkLst>
        </pc:picChg>
        <pc:picChg chg="del mod ord">
          <ac:chgData name="Andrew Brown" userId="S::brown166@email.franklin.edu::27339762-4e74-4db6-9f8a-0c71ed7f9f9a" providerId="AD" clId="Web-{868FD9BA-77B2-2297-B826-FA63DD5B352C}" dt="2026-01-23T23:16:00.607" v="226"/>
          <ac:picMkLst>
            <pc:docMk/>
            <pc:sldMk cId="83172238" sldId="262"/>
            <ac:picMk id="4" creationId="{C21409DB-7B56-4BAE-AFDB-EFC9B8FCA71F}"/>
          </ac:picMkLst>
        </pc:picChg>
      </pc:sldChg>
      <pc:sldChg chg="modSp new mod setBg modNotes">
        <pc:chgData name="Andrew Brown" userId="S::brown166@email.franklin.edu::27339762-4e74-4db6-9f8a-0c71ed7f9f9a" providerId="AD" clId="Web-{868FD9BA-77B2-2297-B826-FA63DD5B352C}" dt="2026-01-23T23:53:52.042" v="319"/>
        <pc:sldMkLst>
          <pc:docMk/>
          <pc:sldMk cId="844264142" sldId="263"/>
        </pc:sldMkLst>
        <pc:spChg chg="mod">
          <ac:chgData name="Andrew Brown" userId="S::brown166@email.franklin.edu::27339762-4e74-4db6-9f8a-0c71ed7f9f9a" providerId="AD" clId="Web-{868FD9BA-77B2-2297-B826-FA63DD5B352C}" dt="2026-01-23T23:14:44.873" v="207" actId="14100"/>
          <ac:spMkLst>
            <pc:docMk/>
            <pc:sldMk cId="844264142" sldId="263"/>
            <ac:spMk id="2" creationId="{93DF3DDD-B040-1A33-0990-81001659FA89}"/>
          </ac:spMkLst>
        </pc:spChg>
        <pc:spChg chg="mod">
          <ac:chgData name="Andrew Brown" userId="S::brown166@email.franklin.edu::27339762-4e74-4db6-9f8a-0c71ed7f9f9a" providerId="AD" clId="Web-{868FD9BA-77B2-2297-B826-FA63DD5B352C}" dt="2026-01-23T23:15:25.482" v="221" actId="20577"/>
          <ac:spMkLst>
            <pc:docMk/>
            <pc:sldMk cId="844264142" sldId="263"/>
            <ac:spMk id="3" creationId="{E746005A-A7C9-03F0-68A8-BAAE5E1ACDC6}"/>
          </ac:spMkLst>
        </pc:spChg>
        <pc:spChg chg="mod">
          <ac:chgData name="Andrew Brown" userId="S::brown166@email.franklin.edu::27339762-4e74-4db6-9f8a-0c71ed7f9f9a" providerId="AD" clId="Web-{868FD9BA-77B2-2297-B826-FA63DD5B352C}" dt="2026-01-23T23:53:41.933" v="313" actId="20577"/>
          <ac:spMkLst>
            <pc:docMk/>
            <pc:sldMk cId="844264142" sldId="263"/>
            <ac:spMk id="4" creationId="{4DDCB967-D6A3-3DAF-F243-DB28746DF611}"/>
          </ac:spMkLst>
        </pc:spChg>
        <pc:spChg chg="mod">
          <ac:chgData name="Andrew Brown" userId="S::brown166@email.franklin.edu::27339762-4e74-4db6-9f8a-0c71ed7f9f9a" providerId="AD" clId="Web-{868FD9BA-77B2-2297-B826-FA63DD5B352C}" dt="2026-01-23T23:15:18.670" v="219" actId="20577"/>
          <ac:spMkLst>
            <pc:docMk/>
            <pc:sldMk cId="844264142" sldId="263"/>
            <ac:spMk id="5" creationId="{15622A3A-5288-FDA7-90A3-E9DEF86C4E79}"/>
          </ac:spMkLst>
        </pc:spChg>
        <pc:spChg chg="mod">
          <ac:chgData name="Andrew Brown" userId="S::brown166@email.franklin.edu::27339762-4e74-4db6-9f8a-0c71ed7f9f9a" providerId="AD" clId="Web-{868FD9BA-77B2-2297-B826-FA63DD5B352C}" dt="2026-01-23T23:53:51.136" v="318" actId="20577"/>
          <ac:spMkLst>
            <pc:docMk/>
            <pc:sldMk cId="844264142" sldId="263"/>
            <ac:spMk id="6" creationId="{88AF119C-D257-E0BA-7520-FC64B9773EF5}"/>
          </ac:spMkLst>
        </pc:spChg>
      </pc:sldChg>
      <pc:sldChg chg="addSp delSp modSp new mod setBg modNotes">
        <pc:chgData name="Andrew Brown" userId="S::brown166@email.franklin.edu::27339762-4e74-4db6-9f8a-0c71ed7f9f9a" providerId="AD" clId="Web-{868FD9BA-77B2-2297-B826-FA63DD5B352C}" dt="2026-01-23T23:54:37.808" v="326"/>
        <pc:sldMkLst>
          <pc:docMk/>
          <pc:sldMk cId="3198738031" sldId="264"/>
        </pc:sldMkLst>
        <pc:spChg chg="del">
          <ac:chgData name="Andrew Brown" userId="S::brown166@email.franklin.edu::27339762-4e74-4db6-9f8a-0c71ed7f9f9a" providerId="AD" clId="Web-{868FD9BA-77B2-2297-B826-FA63DD5B352C}" dt="2026-01-23T23:27:39.392" v="263"/>
          <ac:spMkLst>
            <pc:docMk/>
            <pc:sldMk cId="3198738031" sldId="264"/>
            <ac:spMk id="2" creationId="{0B0B6D99-1D84-7E44-E853-5ADF9B545694}"/>
          </ac:spMkLst>
        </pc:spChg>
        <pc:spChg chg="del">
          <ac:chgData name="Andrew Brown" userId="S::brown166@email.franklin.edu::27339762-4e74-4db6-9f8a-0c71ed7f9f9a" providerId="AD" clId="Web-{868FD9BA-77B2-2297-B826-FA63DD5B352C}" dt="2026-01-23T23:27:36.330" v="262"/>
          <ac:spMkLst>
            <pc:docMk/>
            <pc:sldMk cId="3198738031" sldId="264"/>
            <ac:spMk id="3" creationId="{4FE42D04-5DDD-BB48-B8FD-2E82EE6D88DC}"/>
          </ac:spMkLst>
        </pc:spChg>
        <pc:spChg chg="add">
          <ac:chgData name="Andrew Brown" userId="S::brown166@email.franklin.edu::27339762-4e74-4db6-9f8a-0c71ed7f9f9a" providerId="AD" clId="Web-{868FD9BA-77B2-2297-B826-FA63DD5B352C}" dt="2026-01-23T23:27:39.392" v="263"/>
          <ac:spMkLst>
            <pc:docMk/>
            <pc:sldMk cId="3198738031" sldId="264"/>
            <ac:spMk id="9" creationId="{0E99ED6D-365F-4CAE-942F-ECA78F74BD7F}"/>
          </ac:spMkLst>
        </pc:spChg>
        <pc:spChg chg="add">
          <ac:chgData name="Andrew Brown" userId="S::brown166@email.franklin.edu::27339762-4e74-4db6-9f8a-0c71ed7f9f9a" providerId="AD" clId="Web-{868FD9BA-77B2-2297-B826-FA63DD5B352C}" dt="2026-01-23T23:27:39.392" v="263"/>
          <ac:spMkLst>
            <pc:docMk/>
            <pc:sldMk cId="3198738031" sldId="264"/>
            <ac:spMk id="11" creationId="{CD0FF873-0D97-4AE7-A97E-539910376DCF}"/>
          </ac:spMkLst>
        </pc:spChg>
        <pc:picChg chg="add mod ord">
          <ac:chgData name="Andrew Brown" userId="S::brown166@email.franklin.edu::27339762-4e74-4db6-9f8a-0c71ed7f9f9a" providerId="AD" clId="Web-{868FD9BA-77B2-2297-B826-FA63DD5B352C}" dt="2026-01-23T23:27:39.392" v="263"/>
          <ac:picMkLst>
            <pc:docMk/>
            <pc:sldMk cId="3198738031" sldId="264"/>
            <ac:picMk id="4" creationId="{1E7D94F9-7D68-274E-04C3-38A882471CA5}"/>
          </ac:picMkLst>
        </pc:picChg>
      </pc:sldChg>
      <pc:sldChg chg="addSp delSp modSp new mod setBg modNotes">
        <pc:chgData name="Andrew Brown" userId="S::brown166@email.franklin.edu::27339762-4e74-4db6-9f8a-0c71ed7f9f9a" providerId="AD" clId="Web-{868FD9BA-77B2-2297-B826-FA63DD5B352C}" dt="2026-01-24T00:04:13.608" v="512" actId="20577"/>
        <pc:sldMkLst>
          <pc:docMk/>
          <pc:sldMk cId="3015489200" sldId="265"/>
        </pc:sldMkLst>
        <pc:spChg chg="mod">
          <ac:chgData name="Andrew Brown" userId="S::brown166@email.franklin.edu::27339762-4e74-4db6-9f8a-0c71ed7f9f9a" providerId="AD" clId="Web-{868FD9BA-77B2-2297-B826-FA63DD5B352C}" dt="2026-01-24T00:04:13.608" v="512" actId="20577"/>
          <ac:spMkLst>
            <pc:docMk/>
            <pc:sldMk cId="3015489200" sldId="265"/>
            <ac:spMk id="2" creationId="{7BFD249E-046E-C71F-6B96-F06CA0AE7ADE}"/>
          </ac:spMkLst>
        </pc:spChg>
        <pc:spChg chg="del mod">
          <ac:chgData name="Andrew Brown" userId="S::brown166@email.franklin.edu::27339762-4e74-4db6-9f8a-0c71ed7f9f9a" providerId="AD" clId="Web-{868FD9BA-77B2-2297-B826-FA63DD5B352C}" dt="2026-01-23T23:59:45.075" v="422"/>
          <ac:spMkLst>
            <pc:docMk/>
            <pc:sldMk cId="3015489200" sldId="265"/>
            <ac:spMk id="3" creationId="{8791E436-DFDE-4606-63D6-9413A5466956}"/>
          </ac:spMkLst>
        </pc:spChg>
        <pc:spChg chg="add del">
          <ac:chgData name="Andrew Brown" userId="S::brown166@email.franklin.edu::27339762-4e74-4db6-9f8a-0c71ed7f9f9a" providerId="AD" clId="Web-{868FD9BA-77B2-2297-B826-FA63DD5B352C}" dt="2026-01-24T00:02:53.249" v="482"/>
          <ac:spMkLst>
            <pc:docMk/>
            <pc:sldMk cId="3015489200" sldId="265"/>
            <ac:spMk id="9" creationId="{0B67D982-25C5-4CC2-AA64-276BE3B2CA75}"/>
          </ac:spMkLst>
        </pc:spChg>
        <pc:spChg chg="add">
          <ac:chgData name="Andrew Brown" userId="S::brown166@email.franklin.edu::27339762-4e74-4db6-9f8a-0c71ed7f9f9a" providerId="AD" clId="Web-{868FD9BA-77B2-2297-B826-FA63DD5B352C}" dt="2026-01-24T00:02:53.249" v="482"/>
          <ac:spMkLst>
            <pc:docMk/>
            <pc:sldMk cId="3015489200" sldId="265"/>
            <ac:spMk id="14" creationId="{0B67D982-25C5-4CC2-AA64-276BE3B2CA75}"/>
          </ac:spMkLst>
        </pc:spChg>
        <pc:spChg chg="add del mod">
          <ac:chgData name="Andrew Brown" userId="S::brown166@email.franklin.edu::27339762-4e74-4db6-9f8a-0c71ed7f9f9a" providerId="AD" clId="Web-{868FD9BA-77B2-2297-B826-FA63DD5B352C}" dt="2026-01-23T23:59:55.669" v="425"/>
          <ac:spMkLst>
            <pc:docMk/>
            <pc:sldMk cId="3015489200" sldId="265"/>
            <ac:spMk id="293" creationId="{5C76B1B6-C2D2-79FD-B3DA-63CB7AECE9AF}"/>
          </ac:spMkLst>
        </pc:spChg>
        <pc:graphicFrameChg chg="add mod modGraphic">
          <ac:chgData name="Andrew Brown" userId="S::brown166@email.franklin.edu::27339762-4e74-4db6-9f8a-0c71ed7f9f9a" providerId="AD" clId="Web-{868FD9BA-77B2-2297-B826-FA63DD5B352C}" dt="2026-01-24T00:02:53.249" v="482"/>
          <ac:graphicFrameMkLst>
            <pc:docMk/>
            <pc:sldMk cId="3015489200" sldId="265"/>
            <ac:graphicFrameMk id="4" creationId="{19CA82DC-06C9-74B9-2D59-6F2BCFEC17CD}"/>
          </ac:graphicFrameMkLst>
        </pc:graphicFrameChg>
        <pc:picChg chg="add del">
          <ac:chgData name="Andrew Brown" userId="S::brown166@email.franklin.edu::27339762-4e74-4db6-9f8a-0c71ed7f9f9a" providerId="AD" clId="Web-{868FD9BA-77B2-2297-B826-FA63DD5B352C}" dt="2026-01-23T23:57:36.527" v="387"/>
          <ac:picMkLst>
            <pc:docMk/>
            <pc:sldMk cId="3015489200" sldId="265"/>
            <ac:picMk id="5" creationId="{8F0EDFC4-DE3B-4147-BC63-10D0E04663CD}"/>
          </ac:picMkLst>
        </pc:picChg>
        <pc:picChg chg="add mod modCrop">
          <ac:chgData name="Andrew Brown" userId="S::brown166@email.franklin.edu::27339762-4e74-4db6-9f8a-0c71ed7f9f9a" providerId="AD" clId="Web-{868FD9BA-77B2-2297-B826-FA63DD5B352C}" dt="2026-01-24T00:02:53.249" v="482"/>
          <ac:picMkLst>
            <pc:docMk/>
            <pc:sldMk cId="3015489200" sldId="265"/>
            <ac:picMk id="7" creationId="{53079D09-752D-99E9-A113-75D777D2F870}"/>
          </ac:picMkLst>
        </pc:picChg>
      </pc:sldChg>
      <pc:sldMasterChg chg="del delSldLayout">
        <pc:chgData name="Andrew Brown" userId="S::brown166@email.franklin.edu::27339762-4e74-4db6-9f8a-0c71ed7f9f9a" providerId="AD" clId="Web-{868FD9BA-77B2-2297-B826-FA63DD5B352C}" dt="2026-01-23T23:02:57.729" v="31"/>
        <pc:sldMasterMkLst>
          <pc:docMk/>
          <pc:sldMasterMk cId="2460954070" sldId="2147483660"/>
        </pc:sldMasterMkLst>
        <pc:sldLayoutChg chg="del">
          <pc:chgData name="Andrew Brown" userId="S::brown166@email.franklin.edu::27339762-4e74-4db6-9f8a-0c71ed7f9f9a" providerId="AD" clId="Web-{868FD9BA-77B2-2297-B826-FA63DD5B352C}" dt="2026-01-23T23:02:57.729" v="31"/>
          <pc:sldLayoutMkLst>
            <pc:docMk/>
            <pc:sldMasterMk cId="2460954070" sldId="2147483660"/>
            <pc:sldLayoutMk cId="2385387890" sldId="2147483661"/>
          </pc:sldLayoutMkLst>
        </pc:sldLayoutChg>
        <pc:sldLayoutChg chg="del">
          <pc:chgData name="Andrew Brown" userId="S::brown166@email.franklin.edu::27339762-4e74-4db6-9f8a-0c71ed7f9f9a" providerId="AD" clId="Web-{868FD9BA-77B2-2297-B826-FA63DD5B352C}" dt="2026-01-23T23:02:57.729" v="31"/>
          <pc:sldLayoutMkLst>
            <pc:docMk/>
            <pc:sldMasterMk cId="2460954070" sldId="2147483660"/>
            <pc:sldLayoutMk cId="949138452" sldId="2147483662"/>
          </pc:sldLayoutMkLst>
        </pc:sldLayoutChg>
        <pc:sldLayoutChg chg="del">
          <pc:chgData name="Andrew Brown" userId="S::brown166@email.franklin.edu::27339762-4e74-4db6-9f8a-0c71ed7f9f9a" providerId="AD" clId="Web-{868FD9BA-77B2-2297-B826-FA63DD5B352C}" dt="2026-01-23T23:02:57.729" v="31"/>
          <pc:sldLayoutMkLst>
            <pc:docMk/>
            <pc:sldMasterMk cId="2460954070" sldId="2147483660"/>
            <pc:sldLayoutMk cId="2591524520" sldId="2147483663"/>
          </pc:sldLayoutMkLst>
        </pc:sldLayoutChg>
        <pc:sldLayoutChg chg="del">
          <pc:chgData name="Andrew Brown" userId="S::brown166@email.franklin.edu::27339762-4e74-4db6-9f8a-0c71ed7f9f9a" providerId="AD" clId="Web-{868FD9BA-77B2-2297-B826-FA63DD5B352C}" dt="2026-01-23T23:02:57.729" v="31"/>
          <pc:sldLayoutMkLst>
            <pc:docMk/>
            <pc:sldMasterMk cId="2460954070" sldId="2147483660"/>
            <pc:sldLayoutMk cId="1203092039" sldId="2147483664"/>
          </pc:sldLayoutMkLst>
        </pc:sldLayoutChg>
        <pc:sldLayoutChg chg="del">
          <pc:chgData name="Andrew Brown" userId="S::brown166@email.franklin.edu::27339762-4e74-4db6-9f8a-0c71ed7f9f9a" providerId="AD" clId="Web-{868FD9BA-77B2-2297-B826-FA63DD5B352C}" dt="2026-01-23T23:02:57.729" v="31"/>
          <pc:sldLayoutMkLst>
            <pc:docMk/>
            <pc:sldMasterMk cId="2460954070" sldId="2147483660"/>
            <pc:sldLayoutMk cId="3733172339" sldId="2147483665"/>
          </pc:sldLayoutMkLst>
        </pc:sldLayoutChg>
        <pc:sldLayoutChg chg="del">
          <pc:chgData name="Andrew Brown" userId="S::brown166@email.franklin.edu::27339762-4e74-4db6-9f8a-0c71ed7f9f9a" providerId="AD" clId="Web-{868FD9BA-77B2-2297-B826-FA63DD5B352C}" dt="2026-01-23T23:02:57.729" v="31"/>
          <pc:sldLayoutMkLst>
            <pc:docMk/>
            <pc:sldMasterMk cId="2460954070" sldId="2147483660"/>
            <pc:sldLayoutMk cId="3210312558" sldId="2147483666"/>
          </pc:sldLayoutMkLst>
        </pc:sldLayoutChg>
        <pc:sldLayoutChg chg="del">
          <pc:chgData name="Andrew Brown" userId="S::brown166@email.franklin.edu::27339762-4e74-4db6-9f8a-0c71ed7f9f9a" providerId="AD" clId="Web-{868FD9BA-77B2-2297-B826-FA63DD5B352C}" dt="2026-01-23T23:02:57.729" v="31"/>
          <pc:sldLayoutMkLst>
            <pc:docMk/>
            <pc:sldMasterMk cId="2460954070" sldId="2147483660"/>
            <pc:sldLayoutMk cId="3146388984" sldId="2147483667"/>
          </pc:sldLayoutMkLst>
        </pc:sldLayoutChg>
        <pc:sldLayoutChg chg="del">
          <pc:chgData name="Andrew Brown" userId="S::brown166@email.franklin.edu::27339762-4e74-4db6-9f8a-0c71ed7f9f9a" providerId="AD" clId="Web-{868FD9BA-77B2-2297-B826-FA63DD5B352C}" dt="2026-01-23T23:02:57.729" v="31"/>
          <pc:sldLayoutMkLst>
            <pc:docMk/>
            <pc:sldMasterMk cId="2460954070" sldId="2147483660"/>
            <pc:sldLayoutMk cId="3171841454" sldId="2147483668"/>
          </pc:sldLayoutMkLst>
        </pc:sldLayoutChg>
        <pc:sldLayoutChg chg="del">
          <pc:chgData name="Andrew Brown" userId="S::brown166@email.franklin.edu::27339762-4e74-4db6-9f8a-0c71ed7f9f9a" providerId="AD" clId="Web-{868FD9BA-77B2-2297-B826-FA63DD5B352C}" dt="2026-01-23T23:02:57.729" v="31"/>
          <pc:sldLayoutMkLst>
            <pc:docMk/>
            <pc:sldMasterMk cId="2460954070" sldId="2147483660"/>
            <pc:sldLayoutMk cId="1718958274" sldId="2147483669"/>
          </pc:sldLayoutMkLst>
        </pc:sldLayoutChg>
        <pc:sldLayoutChg chg="del">
          <pc:chgData name="Andrew Brown" userId="S::brown166@email.franklin.edu::27339762-4e74-4db6-9f8a-0c71ed7f9f9a" providerId="AD" clId="Web-{868FD9BA-77B2-2297-B826-FA63DD5B352C}" dt="2026-01-23T23:02:57.729" v="31"/>
          <pc:sldLayoutMkLst>
            <pc:docMk/>
            <pc:sldMasterMk cId="2460954070" sldId="2147483660"/>
            <pc:sldLayoutMk cId="2202905451" sldId="2147483670"/>
          </pc:sldLayoutMkLst>
        </pc:sldLayoutChg>
        <pc:sldLayoutChg chg="del">
          <pc:chgData name="Andrew Brown" userId="S::brown166@email.franklin.edu::27339762-4e74-4db6-9f8a-0c71ed7f9f9a" providerId="AD" clId="Web-{868FD9BA-77B2-2297-B826-FA63DD5B352C}" dt="2026-01-23T23:02:57.729" v="31"/>
          <pc:sldLayoutMkLst>
            <pc:docMk/>
            <pc:sldMasterMk cId="2460954070" sldId="2147483660"/>
            <pc:sldLayoutMk cId="3479445657" sldId="2147483671"/>
          </pc:sldLayoutMkLst>
        </pc:sldLayoutChg>
      </pc:sldMasterChg>
      <pc:sldMasterChg chg="add addSldLayout modSldLayout">
        <pc:chgData name="Andrew Brown" userId="S::brown166@email.franklin.edu::27339762-4e74-4db6-9f8a-0c71ed7f9f9a" providerId="AD" clId="Web-{868FD9BA-77B2-2297-B826-FA63DD5B352C}" dt="2026-01-23T23:02:57.729" v="31"/>
        <pc:sldMasterMkLst>
          <pc:docMk/>
          <pc:sldMasterMk cId="3485625356" sldId="2147483672"/>
        </pc:sldMasterMkLst>
        <pc:sldLayoutChg chg="add mod replId">
          <pc:chgData name="Andrew Brown" userId="S::brown166@email.franklin.edu::27339762-4e74-4db6-9f8a-0c71ed7f9f9a" providerId="AD" clId="Web-{868FD9BA-77B2-2297-B826-FA63DD5B352C}" dt="2026-01-23T23:02:57.729" v="31"/>
          <pc:sldLayoutMkLst>
            <pc:docMk/>
            <pc:sldMasterMk cId="3485625356" sldId="2147483672"/>
            <pc:sldLayoutMk cId="921446005" sldId="2147483673"/>
          </pc:sldLayoutMkLst>
        </pc:sldLayoutChg>
        <pc:sldLayoutChg chg="add mod replId">
          <pc:chgData name="Andrew Brown" userId="S::brown166@email.franklin.edu::27339762-4e74-4db6-9f8a-0c71ed7f9f9a" providerId="AD" clId="Web-{868FD9BA-77B2-2297-B826-FA63DD5B352C}" dt="2026-01-23T23:02:57.729" v="31"/>
          <pc:sldLayoutMkLst>
            <pc:docMk/>
            <pc:sldMasterMk cId="3485625356" sldId="2147483672"/>
            <pc:sldLayoutMk cId="1187609784" sldId="2147483674"/>
          </pc:sldLayoutMkLst>
        </pc:sldLayoutChg>
        <pc:sldLayoutChg chg="add mod replId">
          <pc:chgData name="Andrew Brown" userId="S::brown166@email.franklin.edu::27339762-4e74-4db6-9f8a-0c71ed7f9f9a" providerId="AD" clId="Web-{868FD9BA-77B2-2297-B826-FA63DD5B352C}" dt="2026-01-23T23:02:57.729" v="31"/>
          <pc:sldLayoutMkLst>
            <pc:docMk/>
            <pc:sldMasterMk cId="3485625356" sldId="2147483672"/>
            <pc:sldLayoutMk cId="121999082" sldId="2147483675"/>
          </pc:sldLayoutMkLst>
        </pc:sldLayoutChg>
        <pc:sldLayoutChg chg="add mod replId">
          <pc:chgData name="Andrew Brown" userId="S::brown166@email.franklin.edu::27339762-4e74-4db6-9f8a-0c71ed7f9f9a" providerId="AD" clId="Web-{868FD9BA-77B2-2297-B826-FA63DD5B352C}" dt="2026-01-23T23:02:57.729" v="31"/>
          <pc:sldLayoutMkLst>
            <pc:docMk/>
            <pc:sldMasterMk cId="3485625356" sldId="2147483672"/>
            <pc:sldLayoutMk cId="2096408723" sldId="2147483676"/>
          </pc:sldLayoutMkLst>
        </pc:sldLayoutChg>
        <pc:sldLayoutChg chg="add mod replId">
          <pc:chgData name="Andrew Brown" userId="S::brown166@email.franklin.edu::27339762-4e74-4db6-9f8a-0c71ed7f9f9a" providerId="AD" clId="Web-{868FD9BA-77B2-2297-B826-FA63DD5B352C}" dt="2026-01-23T23:02:57.729" v="31"/>
          <pc:sldLayoutMkLst>
            <pc:docMk/>
            <pc:sldMasterMk cId="3485625356" sldId="2147483672"/>
            <pc:sldLayoutMk cId="645537873" sldId="2147483677"/>
          </pc:sldLayoutMkLst>
        </pc:sldLayoutChg>
        <pc:sldLayoutChg chg="add mod replId">
          <pc:chgData name="Andrew Brown" userId="S::brown166@email.franklin.edu::27339762-4e74-4db6-9f8a-0c71ed7f9f9a" providerId="AD" clId="Web-{868FD9BA-77B2-2297-B826-FA63DD5B352C}" dt="2026-01-23T23:02:57.729" v="31"/>
          <pc:sldLayoutMkLst>
            <pc:docMk/>
            <pc:sldMasterMk cId="3485625356" sldId="2147483672"/>
            <pc:sldLayoutMk cId="2500133675" sldId="2147483678"/>
          </pc:sldLayoutMkLst>
        </pc:sldLayoutChg>
        <pc:sldLayoutChg chg="add mod replId">
          <pc:chgData name="Andrew Brown" userId="S::brown166@email.franklin.edu::27339762-4e74-4db6-9f8a-0c71ed7f9f9a" providerId="AD" clId="Web-{868FD9BA-77B2-2297-B826-FA63DD5B352C}" dt="2026-01-23T23:02:57.729" v="31"/>
          <pc:sldLayoutMkLst>
            <pc:docMk/>
            <pc:sldMasterMk cId="3485625356" sldId="2147483672"/>
            <pc:sldLayoutMk cId="2067367612" sldId="2147483679"/>
          </pc:sldLayoutMkLst>
        </pc:sldLayoutChg>
        <pc:sldLayoutChg chg="add mod replId">
          <pc:chgData name="Andrew Brown" userId="S::brown166@email.franklin.edu::27339762-4e74-4db6-9f8a-0c71ed7f9f9a" providerId="AD" clId="Web-{868FD9BA-77B2-2297-B826-FA63DD5B352C}" dt="2026-01-23T23:02:57.729" v="31"/>
          <pc:sldLayoutMkLst>
            <pc:docMk/>
            <pc:sldMasterMk cId="3485625356" sldId="2147483672"/>
            <pc:sldLayoutMk cId="1130639463" sldId="2147483680"/>
          </pc:sldLayoutMkLst>
        </pc:sldLayoutChg>
        <pc:sldLayoutChg chg="add mod replId">
          <pc:chgData name="Andrew Brown" userId="S::brown166@email.franklin.edu::27339762-4e74-4db6-9f8a-0c71ed7f9f9a" providerId="AD" clId="Web-{868FD9BA-77B2-2297-B826-FA63DD5B352C}" dt="2026-01-23T23:02:57.729" v="31"/>
          <pc:sldLayoutMkLst>
            <pc:docMk/>
            <pc:sldMasterMk cId="3485625356" sldId="2147483672"/>
            <pc:sldLayoutMk cId="4069900421" sldId="2147483681"/>
          </pc:sldLayoutMkLst>
        </pc:sldLayoutChg>
        <pc:sldLayoutChg chg="add mod replId">
          <pc:chgData name="Andrew Brown" userId="S::brown166@email.franklin.edu::27339762-4e74-4db6-9f8a-0c71ed7f9f9a" providerId="AD" clId="Web-{868FD9BA-77B2-2297-B826-FA63DD5B352C}" dt="2026-01-23T23:02:57.729" v="31"/>
          <pc:sldLayoutMkLst>
            <pc:docMk/>
            <pc:sldMasterMk cId="3485625356" sldId="2147483672"/>
            <pc:sldLayoutMk cId="3943959211" sldId="2147483682"/>
          </pc:sldLayoutMkLst>
        </pc:sldLayoutChg>
        <pc:sldLayoutChg chg="add mod replId">
          <pc:chgData name="Andrew Brown" userId="S::brown166@email.franklin.edu::27339762-4e74-4db6-9f8a-0c71ed7f9f9a" providerId="AD" clId="Web-{868FD9BA-77B2-2297-B826-FA63DD5B352C}" dt="2026-01-23T23:02:57.729" v="31"/>
          <pc:sldLayoutMkLst>
            <pc:docMk/>
            <pc:sldMasterMk cId="3485625356" sldId="2147483672"/>
            <pc:sldLayoutMk cId="2061768009" sldId="2147483683"/>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65EFF8F-F01C-4396-8C53-0AC8B219EA9E}" type="doc">
      <dgm:prSet loTypeId="urn:microsoft.com/office/officeart/2016/7/layout/BasicTimeline" loCatId="timeline" qsTypeId="urn:microsoft.com/office/officeart/2005/8/quickstyle/simple2" qsCatId="simple" csTypeId="urn:microsoft.com/office/officeart/2005/8/colors/accent6_2" csCatId="accent6" phldr="1"/>
      <dgm:spPr/>
      <dgm:t>
        <a:bodyPr/>
        <a:lstStyle/>
        <a:p>
          <a:endParaRPr lang="en-US"/>
        </a:p>
      </dgm:t>
    </dgm:pt>
    <dgm:pt modelId="{9880311E-1798-47F6-89CE-27F57EE6DF83}">
      <dgm:prSet phldrT="[Text]" phldr="0"/>
      <dgm:spPr/>
      <dgm:t>
        <a:bodyPr/>
        <a:lstStyle/>
        <a:p>
          <a:pPr>
            <a:defRPr b="1"/>
          </a:pPr>
          <a:r>
            <a:rPr lang="en-US">
              <a:latin typeface="Aptos Display" panose="020F0302020204030204"/>
            </a:rPr>
            <a:t> Intent</a:t>
          </a:r>
          <a:endParaRPr lang="en-US"/>
        </a:p>
      </dgm:t>
    </dgm:pt>
    <dgm:pt modelId="{52D25C38-CD7D-45EE-8D93-93130A715D41}" type="parTrans" cxnId="{E9CB6889-593F-49F9-8411-C8C1A3F2DE2D}">
      <dgm:prSet/>
      <dgm:spPr/>
      <dgm:t>
        <a:bodyPr/>
        <a:lstStyle/>
        <a:p>
          <a:endParaRPr lang="en-US"/>
        </a:p>
      </dgm:t>
    </dgm:pt>
    <dgm:pt modelId="{E2E853FC-EB02-4AAD-816E-C33FCF975054}" type="sibTrans" cxnId="{E9CB6889-593F-49F9-8411-C8C1A3F2DE2D}">
      <dgm:prSet/>
      <dgm:spPr/>
      <dgm:t>
        <a:bodyPr/>
        <a:lstStyle/>
        <a:p>
          <a:endParaRPr lang="en-US"/>
        </a:p>
      </dgm:t>
    </dgm:pt>
    <dgm:pt modelId="{35703758-313C-426F-AA3C-30CFFCA8F6CA}">
      <dgm:prSet phldrT="[Text]" phldr="0"/>
      <dgm:spPr/>
      <dgm:t>
        <a:bodyPr/>
        <a:lstStyle/>
        <a:p>
          <a:r>
            <a:rPr lang="en-US">
              <a:latin typeface="Aptos Display" panose="020F0302020204030204"/>
            </a:rPr>
            <a:t> Ideation of Goals – What are you trying to solve?</a:t>
          </a:r>
          <a:endParaRPr lang="en-US"/>
        </a:p>
      </dgm:t>
    </dgm:pt>
    <dgm:pt modelId="{BB7DA5E5-AE4A-463C-97C6-46F468B2851A}" type="parTrans" cxnId="{9178F9EB-4BCB-49DD-8D10-9A91D7DDC828}">
      <dgm:prSet/>
      <dgm:spPr/>
      <dgm:t>
        <a:bodyPr/>
        <a:lstStyle/>
        <a:p>
          <a:endParaRPr lang="en-US"/>
        </a:p>
      </dgm:t>
    </dgm:pt>
    <dgm:pt modelId="{F20330A0-A520-42EE-9FB9-2272BCFF338C}" type="sibTrans" cxnId="{9178F9EB-4BCB-49DD-8D10-9A91D7DDC828}">
      <dgm:prSet/>
      <dgm:spPr/>
      <dgm:t>
        <a:bodyPr/>
        <a:lstStyle/>
        <a:p>
          <a:endParaRPr lang="en-US"/>
        </a:p>
      </dgm:t>
    </dgm:pt>
    <dgm:pt modelId="{C8B0B238-4DCF-4B13-A9DA-DEAD866FFDBB}">
      <dgm:prSet phldrT="[Text]" phldr="0"/>
      <dgm:spPr/>
      <dgm:t>
        <a:bodyPr/>
        <a:lstStyle/>
        <a:p>
          <a:pPr>
            <a:defRPr b="1"/>
          </a:pPr>
          <a:r>
            <a:rPr lang="en-US">
              <a:latin typeface="Aptos Display" panose="020F0302020204030204"/>
            </a:rPr>
            <a:t> Reasoning</a:t>
          </a:r>
          <a:endParaRPr lang="en-US"/>
        </a:p>
      </dgm:t>
    </dgm:pt>
    <dgm:pt modelId="{362B48B9-8112-404E-AC61-CF1A901F9D98}" type="parTrans" cxnId="{FBAA4F11-43D3-40D0-9A18-891B47442E1F}">
      <dgm:prSet/>
      <dgm:spPr/>
      <dgm:t>
        <a:bodyPr/>
        <a:lstStyle/>
        <a:p>
          <a:endParaRPr lang="en-US"/>
        </a:p>
      </dgm:t>
    </dgm:pt>
    <dgm:pt modelId="{FAB7D03D-F83E-4E3F-B9E4-4EA12DBA4DBF}" type="sibTrans" cxnId="{FBAA4F11-43D3-40D0-9A18-891B47442E1F}">
      <dgm:prSet/>
      <dgm:spPr/>
      <dgm:t>
        <a:bodyPr/>
        <a:lstStyle/>
        <a:p>
          <a:endParaRPr lang="en-US"/>
        </a:p>
      </dgm:t>
    </dgm:pt>
    <dgm:pt modelId="{207CB470-E71E-4DF3-899B-E669170527BD}">
      <dgm:prSet phldrT="[Text]" phldr="0"/>
      <dgm:spPr/>
      <dgm:t>
        <a:bodyPr/>
        <a:lstStyle/>
        <a:p>
          <a:r>
            <a:rPr lang="en-US">
              <a:latin typeface="Aptos Display" panose="020F0302020204030204"/>
            </a:rPr>
            <a:t> Acknowledge Blockers </a:t>
          </a:r>
          <a:r>
            <a:rPr lang="en-US">
              <a:latin typeface="Calibri"/>
              <a:ea typeface="Calibri"/>
              <a:cs typeface="Calibri"/>
            </a:rPr>
            <a:t>– What stands in your way? How might you overcome these Obstacles?</a:t>
          </a:r>
        </a:p>
      </dgm:t>
    </dgm:pt>
    <dgm:pt modelId="{7E766FF3-1290-4642-A507-6F4746F29FE9}" type="parTrans" cxnId="{853E7CD6-A737-4AC3-A511-BA6BC384B43F}">
      <dgm:prSet/>
      <dgm:spPr/>
      <dgm:t>
        <a:bodyPr/>
        <a:lstStyle/>
        <a:p>
          <a:endParaRPr lang="en-US"/>
        </a:p>
      </dgm:t>
    </dgm:pt>
    <dgm:pt modelId="{136339BB-E198-4624-9897-46E9F46FD5A7}" type="sibTrans" cxnId="{853E7CD6-A737-4AC3-A511-BA6BC384B43F}">
      <dgm:prSet/>
      <dgm:spPr/>
      <dgm:t>
        <a:bodyPr/>
        <a:lstStyle/>
        <a:p>
          <a:endParaRPr lang="en-US"/>
        </a:p>
      </dgm:t>
    </dgm:pt>
    <dgm:pt modelId="{1D13B975-4D9A-41C3-B1AF-5C24842D61C5}">
      <dgm:prSet phldrT="[Text]" phldr="0"/>
      <dgm:spPr/>
      <dgm:t>
        <a:bodyPr/>
        <a:lstStyle/>
        <a:p>
          <a:pPr>
            <a:defRPr b="1"/>
          </a:pPr>
          <a:r>
            <a:rPr lang="en-US">
              <a:latin typeface="Aptos Display" panose="020F0302020204030204"/>
            </a:rPr>
            <a:t> Formalization</a:t>
          </a:r>
          <a:endParaRPr lang="en-US" b="0">
            <a:latin typeface="Calibri"/>
            <a:ea typeface="Calibri"/>
            <a:cs typeface="Calibri"/>
          </a:endParaRPr>
        </a:p>
      </dgm:t>
    </dgm:pt>
    <dgm:pt modelId="{46F6CE9F-1104-4445-9F0E-88239150B468}" type="parTrans" cxnId="{6A1AE7E5-BB9D-4DC2-A973-4F819BFA7120}">
      <dgm:prSet/>
      <dgm:spPr/>
      <dgm:t>
        <a:bodyPr/>
        <a:lstStyle/>
        <a:p>
          <a:endParaRPr lang="en-US"/>
        </a:p>
      </dgm:t>
    </dgm:pt>
    <dgm:pt modelId="{A4EE459B-F54D-4142-B1F0-CDFF866DE37C}" type="sibTrans" cxnId="{6A1AE7E5-BB9D-4DC2-A973-4F819BFA7120}">
      <dgm:prSet/>
      <dgm:spPr/>
      <dgm:t>
        <a:bodyPr/>
        <a:lstStyle/>
        <a:p>
          <a:endParaRPr lang="en-US"/>
        </a:p>
      </dgm:t>
    </dgm:pt>
    <dgm:pt modelId="{0033F75C-4A3F-49DE-83FA-96BF09677C5F}">
      <dgm:prSet phldrT="[Text]" phldr="0"/>
      <dgm:spPr/>
      <dgm:t>
        <a:bodyPr/>
        <a:lstStyle/>
        <a:p>
          <a:r>
            <a:rPr lang="en-US">
              <a:latin typeface="Aptos Display" panose="020F0302020204030204"/>
            </a:rPr>
            <a:t> Chart a Course </a:t>
          </a:r>
          <a:r>
            <a:rPr lang="en-US">
              <a:latin typeface="Calibri"/>
              <a:ea typeface="Calibri"/>
              <a:cs typeface="Calibri"/>
            </a:rPr>
            <a:t>– Create a flexible, research-backed plan to conquer the challenge.</a:t>
          </a:r>
          <a:endParaRPr lang="en-US" i="0">
            <a:latin typeface="Calibri"/>
            <a:ea typeface="Calibri"/>
            <a:cs typeface="Calibri"/>
          </a:endParaRPr>
        </a:p>
      </dgm:t>
    </dgm:pt>
    <dgm:pt modelId="{F14FD6A9-B9CF-49A2-AE65-86EC7AFF1B72}" type="parTrans" cxnId="{2F507151-D264-4BA6-917B-0C1B27268BBD}">
      <dgm:prSet/>
      <dgm:spPr/>
      <dgm:t>
        <a:bodyPr/>
        <a:lstStyle/>
        <a:p>
          <a:endParaRPr lang="en-US"/>
        </a:p>
      </dgm:t>
    </dgm:pt>
    <dgm:pt modelId="{E29F3064-1135-4777-BD9E-DFB7A3A4B194}" type="sibTrans" cxnId="{2F507151-D264-4BA6-917B-0C1B27268BBD}">
      <dgm:prSet/>
      <dgm:spPr/>
      <dgm:t>
        <a:bodyPr/>
        <a:lstStyle/>
        <a:p>
          <a:endParaRPr lang="en-US"/>
        </a:p>
      </dgm:t>
    </dgm:pt>
    <dgm:pt modelId="{8392A635-B50C-40AF-9C16-BDAF04D8C6FB}">
      <dgm:prSet phldr="0"/>
      <dgm:spPr/>
      <dgm:t>
        <a:bodyPr/>
        <a:lstStyle/>
        <a:p>
          <a:pPr>
            <a:defRPr b="1"/>
          </a:pPr>
          <a:r>
            <a:rPr lang="en-US" b="1">
              <a:latin typeface="Aptos Display"/>
              <a:ea typeface="Calibri"/>
              <a:cs typeface="Calibri"/>
            </a:rPr>
            <a:t> Code</a:t>
          </a:r>
        </a:p>
      </dgm:t>
    </dgm:pt>
    <dgm:pt modelId="{86AC4ECB-4F51-4F06-AE30-26A6D2122744}" type="parTrans" cxnId="{27F5F6B3-2FD8-4EA2-A8FB-FC35F5AEE545}">
      <dgm:prSet/>
      <dgm:spPr/>
    </dgm:pt>
    <dgm:pt modelId="{2851DC3B-5F2E-4B2C-83EB-9FBE75F5F901}" type="sibTrans" cxnId="{27F5F6B3-2FD8-4EA2-A8FB-FC35F5AEE545}">
      <dgm:prSet/>
      <dgm:spPr/>
    </dgm:pt>
    <dgm:pt modelId="{8453F0F9-55E3-4A40-968A-44AD1F32261C}">
      <dgm:prSet phldr="0"/>
      <dgm:spPr/>
      <dgm:t>
        <a:bodyPr/>
        <a:lstStyle/>
        <a:p>
          <a:r>
            <a:rPr lang="en-US" b="0">
              <a:latin typeface="Calibri"/>
              <a:ea typeface="Calibri"/>
              <a:cs typeface="Calibri"/>
            </a:rPr>
            <a:t> Establishing Logic</a:t>
          </a:r>
          <a:r>
            <a:rPr lang="en-US">
              <a:latin typeface="Calibri"/>
              <a:ea typeface="Calibri"/>
              <a:cs typeface="Calibri"/>
            </a:rPr>
            <a:t> – Translate algorithms into nearly-natural executable language.</a:t>
          </a:r>
          <a:endParaRPr lang="en-US"/>
        </a:p>
      </dgm:t>
    </dgm:pt>
    <dgm:pt modelId="{3A5B5008-6A8D-4FAE-8FFE-D810BA374882}" type="parTrans" cxnId="{C34D1D4B-8AA8-4CE2-A06A-8E92D68DEEAB}">
      <dgm:prSet/>
      <dgm:spPr/>
    </dgm:pt>
    <dgm:pt modelId="{4DC2B840-B2BB-4ED3-B24B-8958B471204C}" type="sibTrans" cxnId="{C34D1D4B-8AA8-4CE2-A06A-8E92D68DEEAB}">
      <dgm:prSet/>
      <dgm:spPr/>
    </dgm:pt>
    <dgm:pt modelId="{3E8BC5CC-EF59-43E1-8DE1-C45A5D3C6099}">
      <dgm:prSet phldr="0"/>
      <dgm:spPr/>
      <dgm:t>
        <a:bodyPr/>
        <a:lstStyle/>
        <a:p>
          <a:pPr>
            <a:defRPr b="1"/>
          </a:pPr>
          <a:r>
            <a:rPr lang="en-US">
              <a:latin typeface="Calibri"/>
              <a:ea typeface="Calibri"/>
              <a:cs typeface="Calibri"/>
            </a:rPr>
            <a:t> Execution</a:t>
          </a:r>
        </a:p>
      </dgm:t>
    </dgm:pt>
    <dgm:pt modelId="{DA4CE6F1-2FA7-484F-AADA-ACBFE0622E1B}" type="parTrans" cxnId="{3A896F6B-6423-4C21-A2CD-DA91BD099E31}">
      <dgm:prSet/>
      <dgm:spPr/>
    </dgm:pt>
    <dgm:pt modelId="{28111A7C-49AF-4298-AD5C-1F5C20DF1465}" type="sibTrans" cxnId="{3A896F6B-6423-4C21-A2CD-DA91BD099E31}">
      <dgm:prSet/>
      <dgm:spPr/>
    </dgm:pt>
    <dgm:pt modelId="{284DB38E-EA66-4D74-A884-DDB03AAC20D7}">
      <dgm:prSet phldr="0"/>
      <dgm:spPr/>
      <dgm:t>
        <a:bodyPr/>
        <a:lstStyle/>
        <a:p>
          <a:r>
            <a:rPr lang="en-US" b="1">
              <a:latin typeface="Calibri"/>
              <a:ea typeface="Calibri"/>
              <a:cs typeface="Calibri"/>
            </a:rPr>
            <a:t> </a:t>
          </a:r>
          <a:r>
            <a:rPr lang="en-US" b="0"/>
            <a:t>Observe Reality</a:t>
          </a:r>
          <a:r>
            <a:rPr lang="en-US" b="0">
              <a:latin typeface="Aptos Display" panose="020F0302020204030204"/>
            </a:rPr>
            <a:t> </a:t>
          </a:r>
          <a:r>
            <a:rPr lang="en-US" b="0"/>
            <a:t>– Run the system, observe behavior, compare outcomes to intent</a:t>
          </a:r>
          <a:r>
            <a:rPr lang="en-US" b="0">
              <a:latin typeface="Aptos Display" panose="020F0302020204030204"/>
            </a:rPr>
            <a:t>.</a:t>
          </a:r>
          <a:endParaRPr lang="en-US" b="0"/>
        </a:p>
      </dgm:t>
    </dgm:pt>
    <dgm:pt modelId="{355089D2-A358-4938-91B4-BF828BCABF79}" type="parTrans" cxnId="{F0883293-4ED5-4C06-BB36-ADB6BF84F0C0}">
      <dgm:prSet/>
      <dgm:spPr/>
    </dgm:pt>
    <dgm:pt modelId="{4560CA4A-CCFC-4D7D-8E07-223C951C0925}" type="sibTrans" cxnId="{F0883293-4ED5-4C06-BB36-ADB6BF84F0C0}">
      <dgm:prSet/>
      <dgm:spPr/>
    </dgm:pt>
    <dgm:pt modelId="{27A932BF-47AB-4E13-86CF-D3CE4F63E093}" type="pres">
      <dgm:prSet presAssocID="{E65EFF8F-F01C-4396-8C53-0AC8B219EA9E}" presName="root" presStyleCnt="0">
        <dgm:presLayoutVars>
          <dgm:chMax/>
          <dgm:chPref/>
          <dgm:animLvl val="lvl"/>
        </dgm:presLayoutVars>
      </dgm:prSet>
      <dgm:spPr/>
    </dgm:pt>
    <dgm:pt modelId="{C4EE47CA-0C3A-47BA-A62B-0A4FA73D0CF4}" type="pres">
      <dgm:prSet presAssocID="{E65EFF8F-F01C-4396-8C53-0AC8B219EA9E}" presName="divider" presStyleLbl="fgAccFollowNode1" presStyleIdx="0" presStyleCnt="1"/>
      <dgm:spPr>
        <a:solidFill>
          <a:schemeClr val="accent6">
            <a:alpha val="90000"/>
            <a:tint val="40000"/>
            <a:hueOff val="0"/>
            <a:satOff val="0"/>
            <a:lumOff val="0"/>
            <a:alphaOff val="0"/>
          </a:schemeClr>
        </a:solidFill>
        <a:ln w="13970" cap="flat" cmpd="sng" algn="ctr">
          <a:solidFill>
            <a:schemeClr val="accent6">
              <a:alpha val="90000"/>
              <a:tint val="40000"/>
              <a:hueOff val="0"/>
              <a:satOff val="0"/>
              <a:lumOff val="0"/>
              <a:alphaOff val="0"/>
            </a:schemeClr>
          </a:solidFill>
          <a:prstDash val="solid"/>
          <a:tailEnd type="triangle" w="lg" len="lg"/>
        </a:ln>
        <a:effectLst/>
      </dgm:spPr>
    </dgm:pt>
    <dgm:pt modelId="{E55C5C2F-CE58-4BB2-8BC8-C2834B6529E6}" type="pres">
      <dgm:prSet presAssocID="{E65EFF8F-F01C-4396-8C53-0AC8B219EA9E}" presName="nodes" presStyleCnt="0">
        <dgm:presLayoutVars>
          <dgm:chMax/>
          <dgm:chPref/>
          <dgm:animLvl val="lvl"/>
        </dgm:presLayoutVars>
      </dgm:prSet>
      <dgm:spPr/>
    </dgm:pt>
    <dgm:pt modelId="{E12893A5-07CA-47E5-BC30-50F510A0888C}" type="pres">
      <dgm:prSet presAssocID="{9880311E-1798-47F6-89CE-27F57EE6DF83}" presName="composite" presStyleCnt="0"/>
      <dgm:spPr/>
    </dgm:pt>
    <dgm:pt modelId="{B6D79957-0579-461B-92D4-BF7F69D971C8}" type="pres">
      <dgm:prSet presAssocID="{9880311E-1798-47F6-89CE-27F57EE6DF83}" presName="L1TextContainer" presStyleLbl="revTx" presStyleIdx="0" presStyleCnt="5">
        <dgm:presLayoutVars>
          <dgm:chMax val="1"/>
          <dgm:chPref val="1"/>
          <dgm:bulletEnabled val="1"/>
        </dgm:presLayoutVars>
      </dgm:prSet>
      <dgm:spPr/>
    </dgm:pt>
    <dgm:pt modelId="{CDDC1933-45BE-4A0D-9703-8A896CB47092}" type="pres">
      <dgm:prSet presAssocID="{9880311E-1798-47F6-89CE-27F57EE6DF83}" presName="L2TextContainerWrapper" presStyleCnt="0">
        <dgm:presLayoutVars>
          <dgm:chMax val="0"/>
          <dgm:chPref val="0"/>
          <dgm:bulletEnabled val="1"/>
        </dgm:presLayoutVars>
      </dgm:prSet>
      <dgm:spPr/>
    </dgm:pt>
    <dgm:pt modelId="{B35A3CFB-F7F2-4EEC-AB47-86B6D5F85BFF}" type="pres">
      <dgm:prSet presAssocID="{9880311E-1798-47F6-89CE-27F57EE6DF83}" presName="L2TextContainer" presStyleLbl="bgAcc1" presStyleIdx="0" presStyleCnt="5"/>
      <dgm:spPr/>
    </dgm:pt>
    <dgm:pt modelId="{410C29BF-74C6-447A-BB58-D4DFD0907DA4}" type="pres">
      <dgm:prSet presAssocID="{9880311E-1798-47F6-89CE-27F57EE6DF83}" presName="FlexibleEmptyPlaceHolder" presStyleCnt="0"/>
      <dgm:spPr/>
    </dgm:pt>
    <dgm:pt modelId="{C455D26F-C0D1-4076-ABA6-6E165F14DB6F}" type="pres">
      <dgm:prSet presAssocID="{9880311E-1798-47F6-89CE-27F57EE6DF83}" presName="ConnectLine" presStyleLbl="sibTrans1D1" presStyleIdx="0" presStyleCnt="5"/>
      <dgm:spPr>
        <a:noFill/>
        <a:ln w="9525" cap="flat" cmpd="sng" algn="ctr">
          <a:solidFill>
            <a:schemeClr val="accent6">
              <a:hueOff val="0"/>
              <a:satOff val="0"/>
              <a:lumOff val="0"/>
              <a:alphaOff val="0"/>
            </a:schemeClr>
          </a:solidFill>
          <a:prstDash val="dash"/>
        </a:ln>
        <a:effectLst/>
      </dgm:spPr>
    </dgm:pt>
    <dgm:pt modelId="{AFEB4B72-4214-42D2-9949-E05A9C795D74}" type="pres">
      <dgm:prSet presAssocID="{9880311E-1798-47F6-89CE-27F57EE6DF83}" presName="ConnectorPoint" presStyleLbl="alignNode1" presStyleIdx="0" presStyleCnt="5"/>
      <dgm:spPr/>
    </dgm:pt>
    <dgm:pt modelId="{388A0A4B-13A1-4DD3-93CB-E53029EA05EB}" type="pres">
      <dgm:prSet presAssocID="{9880311E-1798-47F6-89CE-27F57EE6DF83}" presName="EmptyPlaceHolder" presStyleCnt="0"/>
      <dgm:spPr/>
    </dgm:pt>
    <dgm:pt modelId="{22D9DBD4-D5B0-4807-A8B1-3CD10774A101}" type="pres">
      <dgm:prSet presAssocID="{E2E853FC-EB02-4AAD-816E-C33FCF975054}" presName="spaceBetweenRectangles" presStyleCnt="0"/>
      <dgm:spPr/>
    </dgm:pt>
    <dgm:pt modelId="{DABDB67B-0F0F-4F79-B01D-1690763A843E}" type="pres">
      <dgm:prSet presAssocID="{C8B0B238-4DCF-4B13-A9DA-DEAD866FFDBB}" presName="composite" presStyleCnt="0"/>
      <dgm:spPr/>
    </dgm:pt>
    <dgm:pt modelId="{A5D96AE1-627E-4BBF-9DCE-02BDDEFC9B2B}" type="pres">
      <dgm:prSet presAssocID="{C8B0B238-4DCF-4B13-A9DA-DEAD866FFDBB}" presName="L1TextContainer" presStyleLbl="revTx" presStyleIdx="1" presStyleCnt="5">
        <dgm:presLayoutVars>
          <dgm:chMax val="1"/>
          <dgm:chPref val="1"/>
          <dgm:bulletEnabled val="1"/>
        </dgm:presLayoutVars>
      </dgm:prSet>
      <dgm:spPr/>
    </dgm:pt>
    <dgm:pt modelId="{9427F915-851E-4307-81A6-B6D77F8A8910}" type="pres">
      <dgm:prSet presAssocID="{C8B0B238-4DCF-4B13-A9DA-DEAD866FFDBB}" presName="L2TextContainerWrapper" presStyleCnt="0">
        <dgm:presLayoutVars>
          <dgm:chMax val="0"/>
          <dgm:chPref val="0"/>
          <dgm:bulletEnabled val="1"/>
        </dgm:presLayoutVars>
      </dgm:prSet>
      <dgm:spPr/>
    </dgm:pt>
    <dgm:pt modelId="{F28DBAFA-8FED-48AF-B8D3-AD48E5D7FE41}" type="pres">
      <dgm:prSet presAssocID="{C8B0B238-4DCF-4B13-A9DA-DEAD866FFDBB}" presName="L2TextContainer" presStyleLbl="bgAcc1" presStyleIdx="1" presStyleCnt="5"/>
      <dgm:spPr/>
    </dgm:pt>
    <dgm:pt modelId="{14EA1A48-6629-452E-8372-F38C14AB1061}" type="pres">
      <dgm:prSet presAssocID="{C8B0B238-4DCF-4B13-A9DA-DEAD866FFDBB}" presName="FlexibleEmptyPlaceHolder" presStyleCnt="0"/>
      <dgm:spPr/>
    </dgm:pt>
    <dgm:pt modelId="{47E3F851-4A43-45EE-BAEE-72BB001B6519}" type="pres">
      <dgm:prSet presAssocID="{C8B0B238-4DCF-4B13-A9DA-DEAD866FFDBB}" presName="ConnectLine" presStyleLbl="sibTrans1D1" presStyleIdx="1" presStyleCnt="5"/>
      <dgm:spPr>
        <a:noFill/>
        <a:ln w="9525" cap="flat" cmpd="sng" algn="ctr">
          <a:solidFill>
            <a:schemeClr val="accent6">
              <a:hueOff val="0"/>
              <a:satOff val="0"/>
              <a:lumOff val="0"/>
              <a:alphaOff val="0"/>
            </a:schemeClr>
          </a:solidFill>
          <a:prstDash val="dash"/>
        </a:ln>
        <a:effectLst/>
      </dgm:spPr>
    </dgm:pt>
    <dgm:pt modelId="{B5885950-774B-45CD-83E1-62535F053E68}" type="pres">
      <dgm:prSet presAssocID="{C8B0B238-4DCF-4B13-A9DA-DEAD866FFDBB}" presName="ConnectorPoint" presStyleLbl="alignNode1" presStyleIdx="1" presStyleCnt="5"/>
      <dgm:spPr/>
    </dgm:pt>
    <dgm:pt modelId="{068969AE-9003-4896-A366-133280E287D7}" type="pres">
      <dgm:prSet presAssocID="{C8B0B238-4DCF-4B13-A9DA-DEAD866FFDBB}" presName="EmptyPlaceHolder" presStyleCnt="0"/>
      <dgm:spPr/>
    </dgm:pt>
    <dgm:pt modelId="{29D445A1-6F44-4E0C-B269-2B08E97F3532}" type="pres">
      <dgm:prSet presAssocID="{FAB7D03D-F83E-4E3F-B9E4-4EA12DBA4DBF}" presName="spaceBetweenRectangles" presStyleCnt="0"/>
      <dgm:spPr/>
    </dgm:pt>
    <dgm:pt modelId="{B80380C8-36CE-466F-A246-51F8D29580CD}" type="pres">
      <dgm:prSet presAssocID="{1D13B975-4D9A-41C3-B1AF-5C24842D61C5}" presName="composite" presStyleCnt="0"/>
      <dgm:spPr/>
    </dgm:pt>
    <dgm:pt modelId="{2286A894-DF75-44E1-A343-882BD446EB41}" type="pres">
      <dgm:prSet presAssocID="{1D13B975-4D9A-41C3-B1AF-5C24842D61C5}" presName="L1TextContainer" presStyleLbl="revTx" presStyleIdx="2" presStyleCnt="5">
        <dgm:presLayoutVars>
          <dgm:chMax val="1"/>
          <dgm:chPref val="1"/>
          <dgm:bulletEnabled val="1"/>
        </dgm:presLayoutVars>
      </dgm:prSet>
      <dgm:spPr/>
    </dgm:pt>
    <dgm:pt modelId="{A450C3D0-C777-440E-BA34-F26F3ABCBA58}" type="pres">
      <dgm:prSet presAssocID="{1D13B975-4D9A-41C3-B1AF-5C24842D61C5}" presName="L2TextContainerWrapper" presStyleCnt="0">
        <dgm:presLayoutVars>
          <dgm:chMax val="0"/>
          <dgm:chPref val="0"/>
          <dgm:bulletEnabled val="1"/>
        </dgm:presLayoutVars>
      </dgm:prSet>
      <dgm:spPr/>
    </dgm:pt>
    <dgm:pt modelId="{EAEAA4BE-CD0D-4A68-8A07-0C2D59AF8F92}" type="pres">
      <dgm:prSet presAssocID="{1D13B975-4D9A-41C3-B1AF-5C24842D61C5}" presName="L2TextContainer" presStyleLbl="bgAcc1" presStyleIdx="2" presStyleCnt="5"/>
      <dgm:spPr/>
    </dgm:pt>
    <dgm:pt modelId="{640AAF52-528A-46CF-983A-736B1D4F9A56}" type="pres">
      <dgm:prSet presAssocID="{1D13B975-4D9A-41C3-B1AF-5C24842D61C5}" presName="FlexibleEmptyPlaceHolder" presStyleCnt="0"/>
      <dgm:spPr/>
    </dgm:pt>
    <dgm:pt modelId="{F5B454B8-14FB-457F-BF6B-5CC02CEE7B3E}" type="pres">
      <dgm:prSet presAssocID="{1D13B975-4D9A-41C3-B1AF-5C24842D61C5}" presName="ConnectLine" presStyleLbl="sibTrans1D1" presStyleIdx="2" presStyleCnt="5"/>
      <dgm:spPr>
        <a:noFill/>
        <a:ln w="9525" cap="flat" cmpd="sng" algn="ctr">
          <a:solidFill>
            <a:schemeClr val="accent6">
              <a:hueOff val="0"/>
              <a:satOff val="0"/>
              <a:lumOff val="0"/>
              <a:alphaOff val="0"/>
            </a:schemeClr>
          </a:solidFill>
          <a:prstDash val="dash"/>
        </a:ln>
        <a:effectLst/>
      </dgm:spPr>
    </dgm:pt>
    <dgm:pt modelId="{D990EA66-6A6A-4124-B39F-E0DC98D8C60A}" type="pres">
      <dgm:prSet presAssocID="{1D13B975-4D9A-41C3-B1AF-5C24842D61C5}" presName="ConnectorPoint" presStyleLbl="alignNode1" presStyleIdx="2" presStyleCnt="5"/>
      <dgm:spPr/>
    </dgm:pt>
    <dgm:pt modelId="{3C648244-7E8B-46A4-BDD9-32CA36743489}" type="pres">
      <dgm:prSet presAssocID="{1D13B975-4D9A-41C3-B1AF-5C24842D61C5}" presName="EmptyPlaceHolder" presStyleCnt="0"/>
      <dgm:spPr/>
    </dgm:pt>
    <dgm:pt modelId="{FD48203F-FFF3-4D95-8AEE-B01FF1F40898}" type="pres">
      <dgm:prSet presAssocID="{A4EE459B-F54D-4142-B1F0-CDFF866DE37C}" presName="spaceBetweenRectangles" presStyleCnt="0"/>
      <dgm:spPr/>
    </dgm:pt>
    <dgm:pt modelId="{7F47978C-0680-416E-AD18-17B79A493079}" type="pres">
      <dgm:prSet presAssocID="{8392A635-B50C-40AF-9C16-BDAF04D8C6FB}" presName="composite" presStyleCnt="0"/>
      <dgm:spPr/>
    </dgm:pt>
    <dgm:pt modelId="{78DDC670-FE2F-4798-BDB9-8D5B86A01A43}" type="pres">
      <dgm:prSet presAssocID="{8392A635-B50C-40AF-9C16-BDAF04D8C6FB}" presName="L1TextContainer" presStyleLbl="revTx" presStyleIdx="3" presStyleCnt="5">
        <dgm:presLayoutVars>
          <dgm:chMax val="1"/>
          <dgm:chPref val="1"/>
          <dgm:bulletEnabled val="1"/>
        </dgm:presLayoutVars>
      </dgm:prSet>
      <dgm:spPr/>
    </dgm:pt>
    <dgm:pt modelId="{B5BA61EF-271C-491C-9568-46C85F6F08BF}" type="pres">
      <dgm:prSet presAssocID="{8392A635-B50C-40AF-9C16-BDAF04D8C6FB}" presName="L2TextContainerWrapper" presStyleCnt="0">
        <dgm:presLayoutVars>
          <dgm:chMax val="0"/>
          <dgm:chPref val="0"/>
          <dgm:bulletEnabled val="1"/>
        </dgm:presLayoutVars>
      </dgm:prSet>
      <dgm:spPr/>
    </dgm:pt>
    <dgm:pt modelId="{5461B150-E935-4282-9117-BE5689F650DF}" type="pres">
      <dgm:prSet presAssocID="{8392A635-B50C-40AF-9C16-BDAF04D8C6FB}" presName="L2TextContainer" presStyleLbl="bgAcc1" presStyleIdx="3" presStyleCnt="5"/>
      <dgm:spPr/>
    </dgm:pt>
    <dgm:pt modelId="{543E3B66-E702-48BE-991F-28BD931CE95F}" type="pres">
      <dgm:prSet presAssocID="{8392A635-B50C-40AF-9C16-BDAF04D8C6FB}" presName="FlexibleEmptyPlaceHolder" presStyleCnt="0"/>
      <dgm:spPr/>
    </dgm:pt>
    <dgm:pt modelId="{495F846D-8609-483E-B870-9459374DA0D9}" type="pres">
      <dgm:prSet presAssocID="{8392A635-B50C-40AF-9C16-BDAF04D8C6FB}" presName="ConnectLine" presStyleLbl="sibTrans1D1" presStyleIdx="3" presStyleCnt="5"/>
      <dgm:spPr>
        <a:noFill/>
        <a:ln w="9525" cap="flat" cmpd="sng" algn="ctr">
          <a:solidFill>
            <a:schemeClr val="accent6">
              <a:hueOff val="0"/>
              <a:satOff val="0"/>
              <a:lumOff val="0"/>
              <a:alphaOff val="0"/>
            </a:schemeClr>
          </a:solidFill>
          <a:prstDash val="dash"/>
        </a:ln>
        <a:effectLst/>
      </dgm:spPr>
    </dgm:pt>
    <dgm:pt modelId="{40A07B2F-589A-488E-93DE-3683F9FCF990}" type="pres">
      <dgm:prSet presAssocID="{8392A635-B50C-40AF-9C16-BDAF04D8C6FB}" presName="ConnectorPoint" presStyleLbl="alignNode1" presStyleIdx="3" presStyleCnt="5"/>
      <dgm:spPr/>
    </dgm:pt>
    <dgm:pt modelId="{256BD545-6E5D-42A5-91D3-7F238101BD05}" type="pres">
      <dgm:prSet presAssocID="{8392A635-B50C-40AF-9C16-BDAF04D8C6FB}" presName="EmptyPlaceHolder" presStyleCnt="0"/>
      <dgm:spPr/>
    </dgm:pt>
    <dgm:pt modelId="{8E21F72E-B809-479D-ABCD-636B118A1FCF}" type="pres">
      <dgm:prSet presAssocID="{2851DC3B-5F2E-4B2C-83EB-9FBE75F5F901}" presName="spaceBetweenRectangles" presStyleCnt="0"/>
      <dgm:spPr/>
    </dgm:pt>
    <dgm:pt modelId="{445A661F-4920-472E-87EC-5B2E82D01E71}" type="pres">
      <dgm:prSet presAssocID="{3E8BC5CC-EF59-43E1-8DE1-C45A5D3C6099}" presName="composite" presStyleCnt="0"/>
      <dgm:spPr/>
    </dgm:pt>
    <dgm:pt modelId="{1A820DBE-83D8-4BC3-B00C-8D7AF18A5C6E}" type="pres">
      <dgm:prSet presAssocID="{3E8BC5CC-EF59-43E1-8DE1-C45A5D3C6099}" presName="L1TextContainer" presStyleLbl="revTx" presStyleIdx="4" presStyleCnt="5">
        <dgm:presLayoutVars>
          <dgm:chMax val="1"/>
          <dgm:chPref val="1"/>
          <dgm:bulletEnabled val="1"/>
        </dgm:presLayoutVars>
      </dgm:prSet>
      <dgm:spPr/>
    </dgm:pt>
    <dgm:pt modelId="{E58E7E4E-4FE6-4D2E-8FCE-FCBAE943934B}" type="pres">
      <dgm:prSet presAssocID="{3E8BC5CC-EF59-43E1-8DE1-C45A5D3C6099}" presName="L2TextContainerWrapper" presStyleCnt="0">
        <dgm:presLayoutVars>
          <dgm:chMax val="0"/>
          <dgm:chPref val="0"/>
          <dgm:bulletEnabled val="1"/>
        </dgm:presLayoutVars>
      </dgm:prSet>
      <dgm:spPr/>
    </dgm:pt>
    <dgm:pt modelId="{FB2B1F55-2819-46DC-8A13-46CB2F4C33B4}" type="pres">
      <dgm:prSet presAssocID="{3E8BC5CC-EF59-43E1-8DE1-C45A5D3C6099}" presName="L2TextContainer" presStyleLbl="bgAcc1" presStyleIdx="4" presStyleCnt="5"/>
      <dgm:spPr/>
    </dgm:pt>
    <dgm:pt modelId="{B1C51ABC-E6F4-4151-BE14-CA1CE7F58FF7}" type="pres">
      <dgm:prSet presAssocID="{3E8BC5CC-EF59-43E1-8DE1-C45A5D3C6099}" presName="FlexibleEmptyPlaceHolder" presStyleCnt="0"/>
      <dgm:spPr/>
    </dgm:pt>
    <dgm:pt modelId="{FD96F8C7-73EA-4233-9783-4241E30CFA32}" type="pres">
      <dgm:prSet presAssocID="{3E8BC5CC-EF59-43E1-8DE1-C45A5D3C6099}" presName="ConnectLine" presStyleLbl="sibTrans1D1" presStyleIdx="4" presStyleCnt="5"/>
      <dgm:spPr>
        <a:noFill/>
        <a:ln w="9525" cap="flat" cmpd="sng" algn="ctr">
          <a:solidFill>
            <a:schemeClr val="accent6">
              <a:hueOff val="0"/>
              <a:satOff val="0"/>
              <a:lumOff val="0"/>
              <a:alphaOff val="0"/>
            </a:schemeClr>
          </a:solidFill>
          <a:prstDash val="dash"/>
        </a:ln>
        <a:effectLst/>
      </dgm:spPr>
    </dgm:pt>
    <dgm:pt modelId="{0879ACAA-CED0-45C5-B8AB-539ABA067751}" type="pres">
      <dgm:prSet presAssocID="{3E8BC5CC-EF59-43E1-8DE1-C45A5D3C6099}" presName="ConnectorPoint" presStyleLbl="alignNode1" presStyleIdx="4" presStyleCnt="5"/>
      <dgm:spPr/>
    </dgm:pt>
    <dgm:pt modelId="{AE993978-50EF-462C-B467-9897358BB3C8}" type="pres">
      <dgm:prSet presAssocID="{3E8BC5CC-EF59-43E1-8DE1-C45A5D3C6099}" presName="EmptyPlaceHolder" presStyleCnt="0"/>
      <dgm:spPr/>
    </dgm:pt>
  </dgm:ptLst>
  <dgm:cxnLst>
    <dgm:cxn modelId="{16C12200-1B9B-49DE-B9C6-240DC62F958F}" type="presOf" srcId="{8453F0F9-55E3-4A40-968A-44AD1F32261C}" destId="{5461B150-E935-4282-9117-BE5689F650DF}" srcOrd="0" destOrd="0" presId="urn:microsoft.com/office/officeart/2016/7/layout/BasicTimeline"/>
    <dgm:cxn modelId="{AA88AB04-4D9A-4B88-B855-336738AC2C71}" type="presOf" srcId="{9880311E-1798-47F6-89CE-27F57EE6DF83}" destId="{B6D79957-0579-461B-92D4-BF7F69D971C8}" srcOrd="0" destOrd="0" presId="urn:microsoft.com/office/officeart/2016/7/layout/BasicTimeline"/>
    <dgm:cxn modelId="{FBAA4F11-43D3-40D0-9A18-891B47442E1F}" srcId="{E65EFF8F-F01C-4396-8C53-0AC8B219EA9E}" destId="{C8B0B238-4DCF-4B13-A9DA-DEAD866FFDBB}" srcOrd="1" destOrd="0" parTransId="{362B48B9-8112-404E-AC61-CF1A901F9D98}" sibTransId="{FAB7D03D-F83E-4E3F-B9E4-4EA12DBA4DBF}"/>
    <dgm:cxn modelId="{FEB8D936-3319-4364-80C2-E3F246A6F2C2}" type="presOf" srcId="{207CB470-E71E-4DF3-899B-E669170527BD}" destId="{F28DBAFA-8FED-48AF-B8D3-AD48E5D7FE41}" srcOrd="0" destOrd="0" presId="urn:microsoft.com/office/officeart/2016/7/layout/BasicTimeline"/>
    <dgm:cxn modelId="{FB13B95C-0F03-4AF5-B6D4-C96B049B0AAF}" type="presOf" srcId="{1D13B975-4D9A-41C3-B1AF-5C24842D61C5}" destId="{2286A894-DF75-44E1-A343-882BD446EB41}" srcOrd="0" destOrd="0" presId="urn:microsoft.com/office/officeart/2016/7/layout/BasicTimeline"/>
    <dgm:cxn modelId="{0EC35F43-C97A-4EB9-AFA9-9D10944ED274}" type="presOf" srcId="{35703758-313C-426F-AA3C-30CFFCA8F6CA}" destId="{B35A3CFB-F7F2-4EEC-AB47-86B6D5F85BFF}" srcOrd="0" destOrd="0" presId="urn:microsoft.com/office/officeart/2016/7/layout/BasicTimeline"/>
    <dgm:cxn modelId="{C34D1D4B-8AA8-4CE2-A06A-8E92D68DEEAB}" srcId="{8392A635-B50C-40AF-9C16-BDAF04D8C6FB}" destId="{8453F0F9-55E3-4A40-968A-44AD1F32261C}" srcOrd="0" destOrd="0" parTransId="{3A5B5008-6A8D-4FAE-8FFE-D810BA374882}" sibTransId="{4DC2B840-B2BB-4ED3-B24B-8958B471204C}"/>
    <dgm:cxn modelId="{3A896F6B-6423-4C21-A2CD-DA91BD099E31}" srcId="{E65EFF8F-F01C-4396-8C53-0AC8B219EA9E}" destId="{3E8BC5CC-EF59-43E1-8DE1-C45A5D3C6099}" srcOrd="4" destOrd="0" parTransId="{DA4CE6F1-2FA7-484F-AADA-ACBFE0622E1B}" sibTransId="{28111A7C-49AF-4298-AD5C-1F5C20DF1465}"/>
    <dgm:cxn modelId="{2F507151-D264-4BA6-917B-0C1B27268BBD}" srcId="{1D13B975-4D9A-41C3-B1AF-5C24842D61C5}" destId="{0033F75C-4A3F-49DE-83FA-96BF09677C5F}" srcOrd="0" destOrd="0" parTransId="{F14FD6A9-B9CF-49A2-AE65-86EC7AFF1B72}" sibTransId="{E29F3064-1135-4777-BD9E-DFB7A3A4B194}"/>
    <dgm:cxn modelId="{3BC9497D-0FC3-4119-AB89-650CEEEE531C}" type="presOf" srcId="{0033F75C-4A3F-49DE-83FA-96BF09677C5F}" destId="{EAEAA4BE-CD0D-4A68-8A07-0C2D59AF8F92}" srcOrd="0" destOrd="0" presId="urn:microsoft.com/office/officeart/2016/7/layout/BasicTimeline"/>
    <dgm:cxn modelId="{343B8384-9E6C-47C6-96DE-AD928F9A0C59}" type="presOf" srcId="{E65EFF8F-F01C-4396-8C53-0AC8B219EA9E}" destId="{27A932BF-47AB-4E13-86CF-D3CE4F63E093}" srcOrd="0" destOrd="0" presId="urn:microsoft.com/office/officeart/2016/7/layout/BasicTimeline"/>
    <dgm:cxn modelId="{E9CB6889-593F-49F9-8411-C8C1A3F2DE2D}" srcId="{E65EFF8F-F01C-4396-8C53-0AC8B219EA9E}" destId="{9880311E-1798-47F6-89CE-27F57EE6DF83}" srcOrd="0" destOrd="0" parTransId="{52D25C38-CD7D-45EE-8D93-93130A715D41}" sibTransId="{E2E853FC-EB02-4AAD-816E-C33FCF975054}"/>
    <dgm:cxn modelId="{F0883293-4ED5-4C06-BB36-ADB6BF84F0C0}" srcId="{3E8BC5CC-EF59-43E1-8DE1-C45A5D3C6099}" destId="{284DB38E-EA66-4D74-A884-DDB03AAC20D7}" srcOrd="0" destOrd="0" parTransId="{355089D2-A358-4938-91B4-BF828BCABF79}" sibTransId="{4560CA4A-CCFC-4D7D-8E07-223C951C0925}"/>
    <dgm:cxn modelId="{074ACB93-0CFB-4D88-9051-8142AE2313BD}" type="presOf" srcId="{C8B0B238-4DCF-4B13-A9DA-DEAD866FFDBB}" destId="{A5D96AE1-627E-4BBF-9DCE-02BDDEFC9B2B}" srcOrd="0" destOrd="0" presId="urn:microsoft.com/office/officeart/2016/7/layout/BasicTimeline"/>
    <dgm:cxn modelId="{27F5F6B3-2FD8-4EA2-A8FB-FC35F5AEE545}" srcId="{E65EFF8F-F01C-4396-8C53-0AC8B219EA9E}" destId="{8392A635-B50C-40AF-9C16-BDAF04D8C6FB}" srcOrd="3" destOrd="0" parTransId="{86AC4ECB-4F51-4F06-AE30-26A6D2122744}" sibTransId="{2851DC3B-5F2E-4B2C-83EB-9FBE75F5F901}"/>
    <dgm:cxn modelId="{FE0DA8C5-B914-45C4-8F36-C56E9073BF40}" type="presOf" srcId="{8392A635-B50C-40AF-9C16-BDAF04D8C6FB}" destId="{78DDC670-FE2F-4798-BDB9-8D5B86A01A43}" srcOrd="0" destOrd="0" presId="urn:microsoft.com/office/officeart/2016/7/layout/BasicTimeline"/>
    <dgm:cxn modelId="{853E7CD6-A737-4AC3-A511-BA6BC384B43F}" srcId="{C8B0B238-4DCF-4B13-A9DA-DEAD866FFDBB}" destId="{207CB470-E71E-4DF3-899B-E669170527BD}" srcOrd="0" destOrd="0" parTransId="{7E766FF3-1290-4642-A507-6F4746F29FE9}" sibTransId="{136339BB-E198-4624-9897-46E9F46FD5A7}"/>
    <dgm:cxn modelId="{6A1AE7E5-BB9D-4DC2-A973-4F819BFA7120}" srcId="{E65EFF8F-F01C-4396-8C53-0AC8B219EA9E}" destId="{1D13B975-4D9A-41C3-B1AF-5C24842D61C5}" srcOrd="2" destOrd="0" parTransId="{46F6CE9F-1104-4445-9F0E-88239150B468}" sibTransId="{A4EE459B-F54D-4142-B1F0-CDFF866DE37C}"/>
    <dgm:cxn modelId="{9178F9EB-4BCB-49DD-8D10-9A91D7DDC828}" srcId="{9880311E-1798-47F6-89CE-27F57EE6DF83}" destId="{35703758-313C-426F-AA3C-30CFFCA8F6CA}" srcOrd="0" destOrd="0" parTransId="{BB7DA5E5-AE4A-463C-97C6-46F468B2851A}" sibTransId="{F20330A0-A520-42EE-9FB9-2272BCFF338C}"/>
    <dgm:cxn modelId="{DE5482F6-B4B2-42C6-8959-DE58E2A202A2}" type="presOf" srcId="{3E8BC5CC-EF59-43E1-8DE1-C45A5D3C6099}" destId="{1A820DBE-83D8-4BC3-B00C-8D7AF18A5C6E}" srcOrd="0" destOrd="0" presId="urn:microsoft.com/office/officeart/2016/7/layout/BasicTimeline"/>
    <dgm:cxn modelId="{99DA78FA-8666-40E5-8F37-2A8B1783F9CC}" type="presOf" srcId="{284DB38E-EA66-4D74-A884-DDB03AAC20D7}" destId="{FB2B1F55-2819-46DC-8A13-46CB2F4C33B4}" srcOrd="0" destOrd="0" presId="urn:microsoft.com/office/officeart/2016/7/layout/BasicTimeline"/>
    <dgm:cxn modelId="{32152D9C-641C-4107-9DB4-248E68D12458}" type="presParOf" srcId="{27A932BF-47AB-4E13-86CF-D3CE4F63E093}" destId="{C4EE47CA-0C3A-47BA-A62B-0A4FA73D0CF4}" srcOrd="0" destOrd="0" presId="urn:microsoft.com/office/officeart/2016/7/layout/BasicTimeline"/>
    <dgm:cxn modelId="{E091668E-6C94-4C41-A283-F44FFA20C932}" type="presParOf" srcId="{27A932BF-47AB-4E13-86CF-D3CE4F63E093}" destId="{E55C5C2F-CE58-4BB2-8BC8-C2834B6529E6}" srcOrd="1" destOrd="0" presId="urn:microsoft.com/office/officeart/2016/7/layout/BasicTimeline"/>
    <dgm:cxn modelId="{720CC344-64C2-4701-8C8C-A41A6F68985A}" type="presParOf" srcId="{E55C5C2F-CE58-4BB2-8BC8-C2834B6529E6}" destId="{E12893A5-07CA-47E5-BC30-50F510A0888C}" srcOrd="0" destOrd="0" presId="urn:microsoft.com/office/officeart/2016/7/layout/BasicTimeline"/>
    <dgm:cxn modelId="{0D3F0164-856E-4ED0-9A11-A49F0E55CEE1}" type="presParOf" srcId="{E12893A5-07CA-47E5-BC30-50F510A0888C}" destId="{B6D79957-0579-461B-92D4-BF7F69D971C8}" srcOrd="0" destOrd="0" presId="urn:microsoft.com/office/officeart/2016/7/layout/BasicTimeline"/>
    <dgm:cxn modelId="{FB095468-4686-4857-ADA9-EE694EE4017B}" type="presParOf" srcId="{E12893A5-07CA-47E5-BC30-50F510A0888C}" destId="{CDDC1933-45BE-4A0D-9703-8A896CB47092}" srcOrd="1" destOrd="0" presId="urn:microsoft.com/office/officeart/2016/7/layout/BasicTimeline"/>
    <dgm:cxn modelId="{3B90E080-E066-458B-A7FB-6FF08A328A9F}" type="presParOf" srcId="{CDDC1933-45BE-4A0D-9703-8A896CB47092}" destId="{B35A3CFB-F7F2-4EEC-AB47-86B6D5F85BFF}" srcOrd="0" destOrd="0" presId="urn:microsoft.com/office/officeart/2016/7/layout/BasicTimeline"/>
    <dgm:cxn modelId="{203687BE-E60E-42C3-980D-BCB0892DA9F9}" type="presParOf" srcId="{CDDC1933-45BE-4A0D-9703-8A896CB47092}" destId="{410C29BF-74C6-447A-BB58-D4DFD0907DA4}" srcOrd="1" destOrd="0" presId="urn:microsoft.com/office/officeart/2016/7/layout/BasicTimeline"/>
    <dgm:cxn modelId="{561DF359-584C-4A8A-AE14-138E6361F7A1}" type="presParOf" srcId="{E12893A5-07CA-47E5-BC30-50F510A0888C}" destId="{C455D26F-C0D1-4076-ABA6-6E165F14DB6F}" srcOrd="2" destOrd="0" presId="urn:microsoft.com/office/officeart/2016/7/layout/BasicTimeline"/>
    <dgm:cxn modelId="{7EF0BD6C-6368-449D-9B86-547E68435DB0}" type="presParOf" srcId="{E12893A5-07CA-47E5-BC30-50F510A0888C}" destId="{AFEB4B72-4214-42D2-9949-E05A9C795D74}" srcOrd="3" destOrd="0" presId="urn:microsoft.com/office/officeart/2016/7/layout/BasicTimeline"/>
    <dgm:cxn modelId="{E1F98781-925F-475A-9D70-FF92122D7423}" type="presParOf" srcId="{E12893A5-07CA-47E5-BC30-50F510A0888C}" destId="{388A0A4B-13A1-4DD3-93CB-E53029EA05EB}" srcOrd="4" destOrd="0" presId="urn:microsoft.com/office/officeart/2016/7/layout/BasicTimeline"/>
    <dgm:cxn modelId="{550836ED-243D-4178-8053-78502F0BAFBF}" type="presParOf" srcId="{E55C5C2F-CE58-4BB2-8BC8-C2834B6529E6}" destId="{22D9DBD4-D5B0-4807-A8B1-3CD10774A101}" srcOrd="1" destOrd="0" presId="urn:microsoft.com/office/officeart/2016/7/layout/BasicTimeline"/>
    <dgm:cxn modelId="{6268B7D6-DAB1-43AF-90E1-ABE5F61D8B28}" type="presParOf" srcId="{E55C5C2F-CE58-4BB2-8BC8-C2834B6529E6}" destId="{DABDB67B-0F0F-4F79-B01D-1690763A843E}" srcOrd="2" destOrd="0" presId="urn:microsoft.com/office/officeart/2016/7/layout/BasicTimeline"/>
    <dgm:cxn modelId="{C14451AA-F9F5-4BBF-A80C-A65D3BD7FB9F}" type="presParOf" srcId="{DABDB67B-0F0F-4F79-B01D-1690763A843E}" destId="{A5D96AE1-627E-4BBF-9DCE-02BDDEFC9B2B}" srcOrd="0" destOrd="0" presId="urn:microsoft.com/office/officeart/2016/7/layout/BasicTimeline"/>
    <dgm:cxn modelId="{971ACB7C-0B64-457E-9168-69F30C5B46D4}" type="presParOf" srcId="{DABDB67B-0F0F-4F79-B01D-1690763A843E}" destId="{9427F915-851E-4307-81A6-B6D77F8A8910}" srcOrd="1" destOrd="0" presId="urn:microsoft.com/office/officeart/2016/7/layout/BasicTimeline"/>
    <dgm:cxn modelId="{FD600696-2141-44F4-81BC-B9A075191C84}" type="presParOf" srcId="{9427F915-851E-4307-81A6-B6D77F8A8910}" destId="{F28DBAFA-8FED-48AF-B8D3-AD48E5D7FE41}" srcOrd="0" destOrd="0" presId="urn:microsoft.com/office/officeart/2016/7/layout/BasicTimeline"/>
    <dgm:cxn modelId="{E15CA458-718D-4D5C-9314-45E22F0E663E}" type="presParOf" srcId="{9427F915-851E-4307-81A6-B6D77F8A8910}" destId="{14EA1A48-6629-452E-8372-F38C14AB1061}" srcOrd="1" destOrd="0" presId="urn:microsoft.com/office/officeart/2016/7/layout/BasicTimeline"/>
    <dgm:cxn modelId="{67378299-B947-4A84-B96D-7DCAA560CA13}" type="presParOf" srcId="{DABDB67B-0F0F-4F79-B01D-1690763A843E}" destId="{47E3F851-4A43-45EE-BAEE-72BB001B6519}" srcOrd="2" destOrd="0" presId="urn:microsoft.com/office/officeart/2016/7/layout/BasicTimeline"/>
    <dgm:cxn modelId="{86E8615B-6EB9-4333-B930-CB2680561F3E}" type="presParOf" srcId="{DABDB67B-0F0F-4F79-B01D-1690763A843E}" destId="{B5885950-774B-45CD-83E1-62535F053E68}" srcOrd="3" destOrd="0" presId="urn:microsoft.com/office/officeart/2016/7/layout/BasicTimeline"/>
    <dgm:cxn modelId="{D29D8109-110D-46FA-A904-7FFC0646AE79}" type="presParOf" srcId="{DABDB67B-0F0F-4F79-B01D-1690763A843E}" destId="{068969AE-9003-4896-A366-133280E287D7}" srcOrd="4" destOrd="0" presId="urn:microsoft.com/office/officeart/2016/7/layout/BasicTimeline"/>
    <dgm:cxn modelId="{BAE4309A-AFB5-48D3-95F8-FDB44A313E0B}" type="presParOf" srcId="{E55C5C2F-CE58-4BB2-8BC8-C2834B6529E6}" destId="{29D445A1-6F44-4E0C-B269-2B08E97F3532}" srcOrd="3" destOrd="0" presId="urn:microsoft.com/office/officeart/2016/7/layout/BasicTimeline"/>
    <dgm:cxn modelId="{7065DFC0-2C1B-493D-80E4-23A702EBF2EF}" type="presParOf" srcId="{E55C5C2F-CE58-4BB2-8BC8-C2834B6529E6}" destId="{B80380C8-36CE-466F-A246-51F8D29580CD}" srcOrd="4" destOrd="0" presId="urn:microsoft.com/office/officeart/2016/7/layout/BasicTimeline"/>
    <dgm:cxn modelId="{F4F6FE42-EAFF-49C3-8672-5177F8CC2DA7}" type="presParOf" srcId="{B80380C8-36CE-466F-A246-51F8D29580CD}" destId="{2286A894-DF75-44E1-A343-882BD446EB41}" srcOrd="0" destOrd="0" presId="urn:microsoft.com/office/officeart/2016/7/layout/BasicTimeline"/>
    <dgm:cxn modelId="{46C52277-37BD-45A2-BC29-4752EF6E5002}" type="presParOf" srcId="{B80380C8-36CE-466F-A246-51F8D29580CD}" destId="{A450C3D0-C777-440E-BA34-F26F3ABCBA58}" srcOrd="1" destOrd="0" presId="urn:microsoft.com/office/officeart/2016/7/layout/BasicTimeline"/>
    <dgm:cxn modelId="{2D118CD0-3415-4D89-8300-BAB23A882FB1}" type="presParOf" srcId="{A450C3D0-C777-440E-BA34-F26F3ABCBA58}" destId="{EAEAA4BE-CD0D-4A68-8A07-0C2D59AF8F92}" srcOrd="0" destOrd="0" presId="urn:microsoft.com/office/officeart/2016/7/layout/BasicTimeline"/>
    <dgm:cxn modelId="{ECBD8C50-BB25-47BA-B209-12BEBCB2EA10}" type="presParOf" srcId="{A450C3D0-C777-440E-BA34-F26F3ABCBA58}" destId="{640AAF52-528A-46CF-983A-736B1D4F9A56}" srcOrd="1" destOrd="0" presId="urn:microsoft.com/office/officeart/2016/7/layout/BasicTimeline"/>
    <dgm:cxn modelId="{FA899C5B-F144-42ED-8C2F-1510E77CC642}" type="presParOf" srcId="{B80380C8-36CE-466F-A246-51F8D29580CD}" destId="{F5B454B8-14FB-457F-BF6B-5CC02CEE7B3E}" srcOrd="2" destOrd="0" presId="urn:microsoft.com/office/officeart/2016/7/layout/BasicTimeline"/>
    <dgm:cxn modelId="{24DC7D0A-CBED-4615-909B-1BCB92E6A67C}" type="presParOf" srcId="{B80380C8-36CE-466F-A246-51F8D29580CD}" destId="{D990EA66-6A6A-4124-B39F-E0DC98D8C60A}" srcOrd="3" destOrd="0" presId="urn:microsoft.com/office/officeart/2016/7/layout/BasicTimeline"/>
    <dgm:cxn modelId="{E391AE3C-7915-4E30-B4A4-C6A782755BAE}" type="presParOf" srcId="{B80380C8-36CE-466F-A246-51F8D29580CD}" destId="{3C648244-7E8B-46A4-BDD9-32CA36743489}" srcOrd="4" destOrd="0" presId="urn:microsoft.com/office/officeart/2016/7/layout/BasicTimeline"/>
    <dgm:cxn modelId="{235C6E79-E18F-4098-BCBB-E063015BE9E4}" type="presParOf" srcId="{E55C5C2F-CE58-4BB2-8BC8-C2834B6529E6}" destId="{FD48203F-FFF3-4D95-8AEE-B01FF1F40898}" srcOrd="5" destOrd="0" presId="urn:microsoft.com/office/officeart/2016/7/layout/BasicTimeline"/>
    <dgm:cxn modelId="{56F13610-C874-4BB2-AC31-6F39F5E56EDD}" type="presParOf" srcId="{E55C5C2F-CE58-4BB2-8BC8-C2834B6529E6}" destId="{7F47978C-0680-416E-AD18-17B79A493079}" srcOrd="6" destOrd="0" presId="urn:microsoft.com/office/officeart/2016/7/layout/BasicTimeline"/>
    <dgm:cxn modelId="{9B0FF235-4F2F-46AE-B250-374ABEBA81CE}" type="presParOf" srcId="{7F47978C-0680-416E-AD18-17B79A493079}" destId="{78DDC670-FE2F-4798-BDB9-8D5B86A01A43}" srcOrd="0" destOrd="0" presId="urn:microsoft.com/office/officeart/2016/7/layout/BasicTimeline"/>
    <dgm:cxn modelId="{71EC4C0F-5214-4CA1-B4D0-10978A0174B6}" type="presParOf" srcId="{7F47978C-0680-416E-AD18-17B79A493079}" destId="{B5BA61EF-271C-491C-9568-46C85F6F08BF}" srcOrd="1" destOrd="0" presId="urn:microsoft.com/office/officeart/2016/7/layout/BasicTimeline"/>
    <dgm:cxn modelId="{218AF082-1DC1-4BC7-8919-1CD3FE2B1D2A}" type="presParOf" srcId="{B5BA61EF-271C-491C-9568-46C85F6F08BF}" destId="{5461B150-E935-4282-9117-BE5689F650DF}" srcOrd="0" destOrd="0" presId="urn:microsoft.com/office/officeart/2016/7/layout/BasicTimeline"/>
    <dgm:cxn modelId="{3B4E572F-2F9E-42D0-9248-9B64CD280DCF}" type="presParOf" srcId="{B5BA61EF-271C-491C-9568-46C85F6F08BF}" destId="{543E3B66-E702-48BE-991F-28BD931CE95F}" srcOrd="1" destOrd="0" presId="urn:microsoft.com/office/officeart/2016/7/layout/BasicTimeline"/>
    <dgm:cxn modelId="{17CFE1A4-B748-47D1-90D3-98539CAF4C6E}" type="presParOf" srcId="{7F47978C-0680-416E-AD18-17B79A493079}" destId="{495F846D-8609-483E-B870-9459374DA0D9}" srcOrd="2" destOrd="0" presId="urn:microsoft.com/office/officeart/2016/7/layout/BasicTimeline"/>
    <dgm:cxn modelId="{38438971-3453-4DF0-B9AA-D80B5DF0CC16}" type="presParOf" srcId="{7F47978C-0680-416E-AD18-17B79A493079}" destId="{40A07B2F-589A-488E-93DE-3683F9FCF990}" srcOrd="3" destOrd="0" presId="urn:microsoft.com/office/officeart/2016/7/layout/BasicTimeline"/>
    <dgm:cxn modelId="{7B9AC615-4B3A-412D-A74F-078FBF7AE7E5}" type="presParOf" srcId="{7F47978C-0680-416E-AD18-17B79A493079}" destId="{256BD545-6E5D-42A5-91D3-7F238101BD05}" srcOrd="4" destOrd="0" presId="urn:microsoft.com/office/officeart/2016/7/layout/BasicTimeline"/>
    <dgm:cxn modelId="{CC07FFBB-3E67-45B5-9F63-8511B65FC5CB}" type="presParOf" srcId="{E55C5C2F-CE58-4BB2-8BC8-C2834B6529E6}" destId="{8E21F72E-B809-479D-ABCD-636B118A1FCF}" srcOrd="7" destOrd="0" presId="urn:microsoft.com/office/officeart/2016/7/layout/BasicTimeline"/>
    <dgm:cxn modelId="{75CE57CC-0FA3-48BD-B54D-2CB944DBECD8}" type="presParOf" srcId="{E55C5C2F-CE58-4BB2-8BC8-C2834B6529E6}" destId="{445A661F-4920-472E-87EC-5B2E82D01E71}" srcOrd="8" destOrd="0" presId="urn:microsoft.com/office/officeart/2016/7/layout/BasicTimeline"/>
    <dgm:cxn modelId="{50174529-7623-4621-87FF-D8F9CD4A1178}" type="presParOf" srcId="{445A661F-4920-472E-87EC-5B2E82D01E71}" destId="{1A820DBE-83D8-4BC3-B00C-8D7AF18A5C6E}" srcOrd="0" destOrd="0" presId="urn:microsoft.com/office/officeart/2016/7/layout/BasicTimeline"/>
    <dgm:cxn modelId="{E2D8B404-ED11-4759-8309-2913852267B2}" type="presParOf" srcId="{445A661F-4920-472E-87EC-5B2E82D01E71}" destId="{E58E7E4E-4FE6-4D2E-8FCE-FCBAE943934B}" srcOrd="1" destOrd="0" presId="urn:microsoft.com/office/officeart/2016/7/layout/BasicTimeline"/>
    <dgm:cxn modelId="{0281A418-4D95-4E17-8D87-9F584656A119}" type="presParOf" srcId="{E58E7E4E-4FE6-4D2E-8FCE-FCBAE943934B}" destId="{FB2B1F55-2819-46DC-8A13-46CB2F4C33B4}" srcOrd="0" destOrd="0" presId="urn:microsoft.com/office/officeart/2016/7/layout/BasicTimeline"/>
    <dgm:cxn modelId="{3A25DF22-580A-4963-941F-B829D9F0F3DD}" type="presParOf" srcId="{E58E7E4E-4FE6-4D2E-8FCE-FCBAE943934B}" destId="{B1C51ABC-E6F4-4151-BE14-CA1CE7F58FF7}" srcOrd="1" destOrd="0" presId="urn:microsoft.com/office/officeart/2016/7/layout/BasicTimeline"/>
    <dgm:cxn modelId="{E266689E-825D-45E6-8E7B-89DB867E0E0A}" type="presParOf" srcId="{445A661F-4920-472E-87EC-5B2E82D01E71}" destId="{FD96F8C7-73EA-4233-9783-4241E30CFA32}" srcOrd="2" destOrd="0" presId="urn:microsoft.com/office/officeart/2016/7/layout/BasicTimeline"/>
    <dgm:cxn modelId="{729167F1-4ABB-4F50-AF69-F3F7A7C4DEA9}" type="presParOf" srcId="{445A661F-4920-472E-87EC-5B2E82D01E71}" destId="{0879ACAA-CED0-45C5-B8AB-539ABA067751}" srcOrd="3" destOrd="0" presId="urn:microsoft.com/office/officeart/2016/7/layout/BasicTimeline"/>
    <dgm:cxn modelId="{349EEEB3-9DE1-4230-B167-4EFAD5787312}" type="presParOf" srcId="{445A661F-4920-472E-87EC-5B2E82D01E71}" destId="{AE993978-50EF-462C-B467-9897358BB3C8}" srcOrd="4" destOrd="0" presId="urn:microsoft.com/office/officeart/2016/7/layout/Basic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D99A94D-1812-47B0-ABB7-FC93D2F54979}" type="doc">
      <dgm:prSet loTypeId="urn:microsoft.com/office/officeart/2005/8/layout/default" loCatId="list" qsTypeId="urn:microsoft.com/office/officeart/2005/8/quickstyle/simple4" qsCatId="simple" csTypeId="urn:microsoft.com/office/officeart/2005/8/colors/accent1_2" csCatId="accent1" phldr="1"/>
      <dgm:spPr/>
    </dgm:pt>
    <dgm:pt modelId="{FC962122-E81C-4101-82DA-7F0F7AEE82B1}">
      <dgm:prSet phldrT="[Text]" phldr="0"/>
      <dgm:spPr/>
      <dgm:t>
        <a:bodyPr/>
        <a:lstStyle/>
        <a:p>
          <a:pPr rtl="0"/>
          <a:r>
            <a:rPr lang="en-US">
              <a:latin typeface="Century Schoolbook" panose="02040604050505020304"/>
            </a:rPr>
            <a:t> Self</a:t>
          </a:r>
          <a:endParaRPr lang="en-US"/>
        </a:p>
      </dgm:t>
    </dgm:pt>
    <dgm:pt modelId="{DB9DC9EF-E271-4F0C-99D7-657BAE75A9F2}" type="parTrans" cxnId="{46381767-EFCB-4D54-95B6-97EF1794AD92}">
      <dgm:prSet/>
      <dgm:spPr/>
    </dgm:pt>
    <dgm:pt modelId="{AC01A0E5-3320-45CC-B65E-A62BFE1A94AC}" type="sibTrans" cxnId="{46381767-EFCB-4D54-95B6-97EF1794AD92}">
      <dgm:prSet/>
      <dgm:spPr/>
    </dgm:pt>
    <dgm:pt modelId="{EAA3FEA1-9ED7-4D6D-A070-BE2FEA969FBD}">
      <dgm:prSet phldr="0"/>
      <dgm:spPr/>
      <dgm:t>
        <a:bodyPr/>
        <a:lstStyle/>
        <a:p>
          <a:pPr rtl="0"/>
          <a:r>
            <a:rPr lang="en-US">
              <a:latin typeface="Century Schoolbook" panose="02040604050505020304"/>
            </a:rPr>
            <a:t> Others</a:t>
          </a:r>
        </a:p>
      </dgm:t>
    </dgm:pt>
    <dgm:pt modelId="{CD2FB386-56BB-4AE5-821C-31D78F22D85D}" type="parTrans" cxnId="{C29B19A2-4104-42B8-86CA-D53ACDDCB8B4}">
      <dgm:prSet/>
      <dgm:spPr/>
    </dgm:pt>
    <dgm:pt modelId="{A4B772F5-64BD-4C75-9BBF-A6214004B716}" type="sibTrans" cxnId="{C29B19A2-4104-42B8-86CA-D53ACDDCB8B4}">
      <dgm:prSet/>
      <dgm:spPr/>
    </dgm:pt>
    <dgm:pt modelId="{557BC1A8-3128-4574-903D-B3C675DEE1B6}">
      <dgm:prSet phldr="0"/>
      <dgm:spPr/>
      <dgm:t>
        <a:bodyPr/>
        <a:lstStyle/>
        <a:p>
          <a:pPr rtl="0"/>
          <a:r>
            <a:rPr lang="en-US">
              <a:latin typeface="Century Schoolbook" panose="02040604050505020304"/>
            </a:rPr>
            <a:t> Reality</a:t>
          </a:r>
        </a:p>
      </dgm:t>
    </dgm:pt>
    <dgm:pt modelId="{2497188A-5D16-46E2-A8C9-00B9D843E67C}" type="parTrans" cxnId="{2BAB1FCA-5D6C-4AD6-8348-8B5DCCAB8418}">
      <dgm:prSet/>
      <dgm:spPr/>
    </dgm:pt>
    <dgm:pt modelId="{995704FC-CEA2-42AB-814C-AC7A63B7A13F}" type="sibTrans" cxnId="{2BAB1FCA-5D6C-4AD6-8348-8B5DCCAB8418}">
      <dgm:prSet/>
      <dgm:spPr/>
    </dgm:pt>
    <dgm:pt modelId="{E9E65841-04BA-4020-961C-0DADC0F94C29}" type="pres">
      <dgm:prSet presAssocID="{2D99A94D-1812-47B0-ABB7-FC93D2F54979}" presName="diagram" presStyleCnt="0">
        <dgm:presLayoutVars>
          <dgm:dir/>
          <dgm:resizeHandles val="exact"/>
        </dgm:presLayoutVars>
      </dgm:prSet>
      <dgm:spPr/>
    </dgm:pt>
    <dgm:pt modelId="{098E3605-8095-430D-BB7A-F9F98AA8F5B1}" type="pres">
      <dgm:prSet presAssocID="{FC962122-E81C-4101-82DA-7F0F7AEE82B1}" presName="node" presStyleLbl="node1" presStyleIdx="0" presStyleCnt="3">
        <dgm:presLayoutVars>
          <dgm:bulletEnabled val="1"/>
        </dgm:presLayoutVars>
      </dgm:prSet>
      <dgm:spPr/>
    </dgm:pt>
    <dgm:pt modelId="{AC19699A-1659-43D6-A0AE-3BA4FF76F0DD}" type="pres">
      <dgm:prSet presAssocID="{AC01A0E5-3320-45CC-B65E-A62BFE1A94AC}" presName="sibTrans" presStyleCnt="0"/>
      <dgm:spPr/>
    </dgm:pt>
    <dgm:pt modelId="{1F2BF8D7-C18A-453C-8CC1-F378603CE48A}" type="pres">
      <dgm:prSet presAssocID="{EAA3FEA1-9ED7-4D6D-A070-BE2FEA969FBD}" presName="node" presStyleLbl="node1" presStyleIdx="1" presStyleCnt="3">
        <dgm:presLayoutVars>
          <dgm:bulletEnabled val="1"/>
        </dgm:presLayoutVars>
      </dgm:prSet>
      <dgm:spPr/>
    </dgm:pt>
    <dgm:pt modelId="{E8ADA7CF-3378-4C8B-B925-73FA91EB510E}" type="pres">
      <dgm:prSet presAssocID="{A4B772F5-64BD-4C75-9BBF-A6214004B716}" presName="sibTrans" presStyleCnt="0"/>
      <dgm:spPr/>
    </dgm:pt>
    <dgm:pt modelId="{2B3AC880-AC66-4F58-8FF8-31957C53A275}" type="pres">
      <dgm:prSet presAssocID="{557BC1A8-3128-4574-903D-B3C675DEE1B6}" presName="node" presStyleLbl="node1" presStyleIdx="2" presStyleCnt="3">
        <dgm:presLayoutVars>
          <dgm:bulletEnabled val="1"/>
        </dgm:presLayoutVars>
      </dgm:prSet>
      <dgm:spPr/>
    </dgm:pt>
  </dgm:ptLst>
  <dgm:cxnLst>
    <dgm:cxn modelId="{50A0B963-15EF-4007-851A-BB7F2B18B9CF}" type="presOf" srcId="{557BC1A8-3128-4574-903D-B3C675DEE1B6}" destId="{2B3AC880-AC66-4F58-8FF8-31957C53A275}" srcOrd="0" destOrd="0" presId="urn:microsoft.com/office/officeart/2005/8/layout/default"/>
    <dgm:cxn modelId="{46381767-EFCB-4D54-95B6-97EF1794AD92}" srcId="{2D99A94D-1812-47B0-ABB7-FC93D2F54979}" destId="{FC962122-E81C-4101-82DA-7F0F7AEE82B1}" srcOrd="0" destOrd="0" parTransId="{DB9DC9EF-E271-4F0C-99D7-657BAE75A9F2}" sibTransId="{AC01A0E5-3320-45CC-B65E-A62BFE1A94AC}"/>
    <dgm:cxn modelId="{963D8E50-EC28-4844-9921-4FF2EE9533AF}" type="presOf" srcId="{2D99A94D-1812-47B0-ABB7-FC93D2F54979}" destId="{E9E65841-04BA-4020-961C-0DADC0F94C29}" srcOrd="0" destOrd="0" presId="urn:microsoft.com/office/officeart/2005/8/layout/default"/>
    <dgm:cxn modelId="{89EDF083-7946-47EF-8D55-C25E641A33E4}" type="presOf" srcId="{EAA3FEA1-9ED7-4D6D-A070-BE2FEA969FBD}" destId="{1F2BF8D7-C18A-453C-8CC1-F378603CE48A}" srcOrd="0" destOrd="0" presId="urn:microsoft.com/office/officeart/2005/8/layout/default"/>
    <dgm:cxn modelId="{C29B19A2-4104-42B8-86CA-D53ACDDCB8B4}" srcId="{2D99A94D-1812-47B0-ABB7-FC93D2F54979}" destId="{EAA3FEA1-9ED7-4D6D-A070-BE2FEA969FBD}" srcOrd="1" destOrd="0" parTransId="{CD2FB386-56BB-4AE5-821C-31D78F22D85D}" sibTransId="{A4B772F5-64BD-4C75-9BBF-A6214004B716}"/>
    <dgm:cxn modelId="{2BAB1FCA-5D6C-4AD6-8348-8B5DCCAB8418}" srcId="{2D99A94D-1812-47B0-ABB7-FC93D2F54979}" destId="{557BC1A8-3128-4574-903D-B3C675DEE1B6}" srcOrd="2" destOrd="0" parTransId="{2497188A-5D16-46E2-A8C9-00B9D843E67C}" sibTransId="{995704FC-CEA2-42AB-814C-AC7A63B7A13F}"/>
    <dgm:cxn modelId="{B05FD9E9-CE50-4170-9E5C-E45AC79839FF}" type="presOf" srcId="{FC962122-E81C-4101-82DA-7F0F7AEE82B1}" destId="{098E3605-8095-430D-BB7A-F9F98AA8F5B1}" srcOrd="0" destOrd="0" presId="urn:microsoft.com/office/officeart/2005/8/layout/default"/>
    <dgm:cxn modelId="{6710A0EA-11FE-4D6E-905D-62BFAB3E2647}" type="presParOf" srcId="{E9E65841-04BA-4020-961C-0DADC0F94C29}" destId="{098E3605-8095-430D-BB7A-F9F98AA8F5B1}" srcOrd="0" destOrd="0" presId="urn:microsoft.com/office/officeart/2005/8/layout/default"/>
    <dgm:cxn modelId="{1B86F678-BEE0-46D7-86D1-B0BBF394612C}" type="presParOf" srcId="{E9E65841-04BA-4020-961C-0DADC0F94C29}" destId="{AC19699A-1659-43D6-A0AE-3BA4FF76F0DD}" srcOrd="1" destOrd="0" presId="urn:microsoft.com/office/officeart/2005/8/layout/default"/>
    <dgm:cxn modelId="{C79A2A52-ECD5-4EE3-8083-FDE7BA037C87}" type="presParOf" srcId="{E9E65841-04BA-4020-961C-0DADC0F94C29}" destId="{1F2BF8D7-C18A-453C-8CC1-F378603CE48A}" srcOrd="2" destOrd="0" presId="urn:microsoft.com/office/officeart/2005/8/layout/default"/>
    <dgm:cxn modelId="{980866BB-93E2-4164-B4F3-9C2BAA458FA5}" type="presParOf" srcId="{E9E65841-04BA-4020-961C-0DADC0F94C29}" destId="{E8ADA7CF-3378-4C8B-B925-73FA91EB510E}" srcOrd="3" destOrd="0" presId="urn:microsoft.com/office/officeart/2005/8/layout/default"/>
    <dgm:cxn modelId="{A5D3F6CD-A75B-4B0A-B051-7BC6A57AC040}" type="presParOf" srcId="{E9E65841-04BA-4020-961C-0DADC0F94C29}" destId="{2B3AC880-AC66-4F58-8FF8-31957C53A275}" srcOrd="4"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EE47CA-0C3A-47BA-A62B-0A4FA73D0CF4}">
      <dsp:nvSpPr>
        <dsp:cNvPr id="0" name=""/>
        <dsp:cNvSpPr/>
      </dsp:nvSpPr>
      <dsp:spPr>
        <a:xfrm>
          <a:off x="0" y="2100739"/>
          <a:ext cx="8785735" cy="0"/>
        </a:xfrm>
        <a:prstGeom prst="line">
          <a:avLst/>
        </a:prstGeom>
        <a:solidFill>
          <a:schemeClr val="accent6">
            <a:alpha val="90000"/>
            <a:tint val="40000"/>
            <a:hueOff val="0"/>
            <a:satOff val="0"/>
            <a:lumOff val="0"/>
            <a:alphaOff val="0"/>
          </a:schemeClr>
        </a:solidFill>
        <a:ln w="13970" cap="flat" cmpd="sng" algn="ctr">
          <a:solidFill>
            <a:schemeClr val="accent6">
              <a:alpha val="90000"/>
              <a:tint val="40000"/>
              <a:hueOff val="0"/>
              <a:satOff val="0"/>
              <a:lumOff val="0"/>
              <a:alphaOff val="0"/>
            </a:schemeClr>
          </a:solidFill>
          <a:prstDash val="solid"/>
          <a:tailEnd type="triangle" w="lg" len="lg"/>
        </a:ln>
        <a:effectLst/>
      </dsp:spPr>
      <dsp:style>
        <a:lnRef idx="2">
          <a:scrgbClr r="0" g="0" b="0"/>
        </a:lnRef>
        <a:fillRef idx="1">
          <a:scrgbClr r="0" g="0" b="0"/>
        </a:fillRef>
        <a:effectRef idx="0">
          <a:scrgbClr r="0" g="0" b="0"/>
        </a:effectRef>
        <a:fontRef idx="minor"/>
      </dsp:style>
    </dsp:sp>
    <dsp:sp modelId="{B6D79957-0579-461B-92D4-BF7F69D971C8}">
      <dsp:nvSpPr>
        <dsp:cNvPr id="0" name=""/>
        <dsp:cNvSpPr/>
      </dsp:nvSpPr>
      <dsp:spPr>
        <a:xfrm>
          <a:off x="164732" y="2256193"/>
          <a:ext cx="2325474" cy="4747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622300">
            <a:lnSpc>
              <a:spcPct val="90000"/>
            </a:lnSpc>
            <a:spcBef>
              <a:spcPct val="0"/>
            </a:spcBef>
            <a:spcAft>
              <a:spcPct val="35000"/>
            </a:spcAft>
            <a:buNone/>
            <a:defRPr b="1"/>
          </a:pPr>
          <a:r>
            <a:rPr lang="en-US" sz="1400" kern="1200">
              <a:latin typeface="Aptos Display" panose="020F0302020204030204"/>
            </a:rPr>
            <a:t> Intent</a:t>
          </a:r>
          <a:endParaRPr lang="en-US" sz="1400" kern="1200"/>
        </a:p>
      </dsp:txBody>
      <dsp:txXfrm>
        <a:off x="164732" y="2256193"/>
        <a:ext cx="2325474" cy="474767"/>
      </dsp:txXfrm>
    </dsp:sp>
    <dsp:sp modelId="{B35A3CFB-F7F2-4EEC-AB47-86B6D5F85BFF}">
      <dsp:nvSpPr>
        <dsp:cNvPr id="0" name=""/>
        <dsp:cNvSpPr/>
      </dsp:nvSpPr>
      <dsp:spPr>
        <a:xfrm>
          <a:off x="6177" y="586106"/>
          <a:ext cx="2642584" cy="716351"/>
        </a:xfrm>
        <a:prstGeom prst="roundRect">
          <a:avLst/>
        </a:prstGeom>
        <a:solidFill>
          <a:schemeClr val="lt1">
            <a:alpha val="90000"/>
            <a:hueOff val="0"/>
            <a:satOff val="0"/>
            <a:lumOff val="0"/>
            <a:alphaOff val="0"/>
          </a:schemeClr>
        </a:solidFill>
        <a:ln w="1397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US" sz="1200" kern="1200">
              <a:latin typeface="Aptos Display" panose="020F0302020204030204"/>
            </a:rPr>
            <a:t> Ideation of Goals – What are you trying to solve?</a:t>
          </a:r>
          <a:endParaRPr lang="en-US" sz="1200" kern="1200"/>
        </a:p>
      </dsp:txBody>
      <dsp:txXfrm>
        <a:off x="41146" y="621075"/>
        <a:ext cx="2572646" cy="646413"/>
      </dsp:txXfrm>
    </dsp:sp>
    <dsp:sp modelId="{C455D26F-C0D1-4076-ABA6-6E165F14DB6F}">
      <dsp:nvSpPr>
        <dsp:cNvPr id="0" name=""/>
        <dsp:cNvSpPr/>
      </dsp:nvSpPr>
      <dsp:spPr>
        <a:xfrm>
          <a:off x="1327469" y="1302458"/>
          <a:ext cx="0" cy="798280"/>
        </a:xfrm>
        <a:prstGeom prst="line">
          <a:avLst/>
        </a:prstGeom>
        <a:noFill/>
        <a:ln w="9525" cap="flat" cmpd="sng" algn="ctr">
          <a:solidFill>
            <a:schemeClr val="accent6">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A5D96AE1-627E-4BBF-9DCE-02BDDEFC9B2B}">
      <dsp:nvSpPr>
        <dsp:cNvPr id="0" name=""/>
        <dsp:cNvSpPr/>
      </dsp:nvSpPr>
      <dsp:spPr>
        <a:xfrm>
          <a:off x="1697431" y="1470517"/>
          <a:ext cx="2325474" cy="4747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622300">
            <a:lnSpc>
              <a:spcPct val="90000"/>
            </a:lnSpc>
            <a:spcBef>
              <a:spcPct val="0"/>
            </a:spcBef>
            <a:spcAft>
              <a:spcPct val="35000"/>
            </a:spcAft>
            <a:buNone/>
            <a:defRPr b="1"/>
          </a:pPr>
          <a:r>
            <a:rPr lang="en-US" sz="1400" kern="1200">
              <a:latin typeface="Aptos Display" panose="020F0302020204030204"/>
            </a:rPr>
            <a:t> Reasoning</a:t>
          </a:r>
          <a:endParaRPr lang="en-US" sz="1400" kern="1200"/>
        </a:p>
      </dsp:txBody>
      <dsp:txXfrm>
        <a:off x="1697431" y="1470517"/>
        <a:ext cx="2325474" cy="474767"/>
      </dsp:txXfrm>
    </dsp:sp>
    <dsp:sp modelId="{AFEB4B72-4214-42D2-9949-E05A9C795D74}">
      <dsp:nvSpPr>
        <dsp:cNvPr id="0" name=""/>
        <dsp:cNvSpPr/>
      </dsp:nvSpPr>
      <dsp:spPr>
        <a:xfrm>
          <a:off x="1295958" y="2069227"/>
          <a:ext cx="63022" cy="63022"/>
        </a:xfrm>
        <a:prstGeom prst="ellipse">
          <a:avLst/>
        </a:prstGeom>
        <a:solidFill>
          <a:schemeClr val="accent6">
            <a:hueOff val="0"/>
            <a:satOff val="0"/>
            <a:lumOff val="0"/>
            <a:alphaOff val="0"/>
          </a:schemeClr>
        </a:solidFill>
        <a:ln w="1397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F28DBAFA-8FED-48AF-B8D3-AD48E5D7FE41}">
      <dsp:nvSpPr>
        <dsp:cNvPr id="0" name=""/>
        <dsp:cNvSpPr/>
      </dsp:nvSpPr>
      <dsp:spPr>
        <a:xfrm>
          <a:off x="1538876" y="2899019"/>
          <a:ext cx="2642584" cy="805895"/>
        </a:xfrm>
        <a:prstGeom prst="roundRect">
          <a:avLst/>
        </a:prstGeom>
        <a:solidFill>
          <a:schemeClr val="lt1">
            <a:alpha val="90000"/>
            <a:hueOff val="0"/>
            <a:satOff val="0"/>
            <a:lumOff val="0"/>
            <a:alphaOff val="0"/>
          </a:schemeClr>
        </a:solidFill>
        <a:ln w="1397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US" sz="1200" kern="1200">
              <a:latin typeface="Aptos Display" panose="020F0302020204030204"/>
            </a:rPr>
            <a:t> Acknowledge Blockers </a:t>
          </a:r>
          <a:r>
            <a:rPr lang="en-US" sz="1200" kern="1200">
              <a:latin typeface="Calibri"/>
              <a:ea typeface="Calibri"/>
              <a:cs typeface="Calibri"/>
            </a:rPr>
            <a:t>– What stands in your way? How might you overcome these Obstacles?</a:t>
          </a:r>
        </a:p>
      </dsp:txBody>
      <dsp:txXfrm>
        <a:off x="1578217" y="2938360"/>
        <a:ext cx="2563902" cy="727213"/>
      </dsp:txXfrm>
    </dsp:sp>
    <dsp:sp modelId="{47E3F851-4A43-45EE-BAEE-72BB001B6519}">
      <dsp:nvSpPr>
        <dsp:cNvPr id="0" name=""/>
        <dsp:cNvSpPr/>
      </dsp:nvSpPr>
      <dsp:spPr>
        <a:xfrm>
          <a:off x="2860168" y="2100738"/>
          <a:ext cx="0" cy="798280"/>
        </a:xfrm>
        <a:prstGeom prst="line">
          <a:avLst/>
        </a:prstGeom>
        <a:noFill/>
        <a:ln w="9525" cap="flat" cmpd="sng" algn="ctr">
          <a:solidFill>
            <a:schemeClr val="accent6">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2286A894-DF75-44E1-A343-882BD446EB41}">
      <dsp:nvSpPr>
        <dsp:cNvPr id="0" name=""/>
        <dsp:cNvSpPr/>
      </dsp:nvSpPr>
      <dsp:spPr>
        <a:xfrm>
          <a:off x="3230130" y="2256193"/>
          <a:ext cx="2325474" cy="4747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622300">
            <a:lnSpc>
              <a:spcPct val="90000"/>
            </a:lnSpc>
            <a:spcBef>
              <a:spcPct val="0"/>
            </a:spcBef>
            <a:spcAft>
              <a:spcPct val="35000"/>
            </a:spcAft>
            <a:buNone/>
            <a:defRPr b="1"/>
          </a:pPr>
          <a:r>
            <a:rPr lang="en-US" sz="1400" kern="1200">
              <a:latin typeface="Aptos Display" panose="020F0302020204030204"/>
            </a:rPr>
            <a:t> Formalization</a:t>
          </a:r>
          <a:endParaRPr lang="en-US" sz="1400" b="0" kern="1200">
            <a:latin typeface="Calibri"/>
            <a:ea typeface="Calibri"/>
            <a:cs typeface="Calibri"/>
          </a:endParaRPr>
        </a:p>
      </dsp:txBody>
      <dsp:txXfrm>
        <a:off x="3230130" y="2256193"/>
        <a:ext cx="2325474" cy="474767"/>
      </dsp:txXfrm>
    </dsp:sp>
    <dsp:sp modelId="{B5885950-774B-45CD-83E1-62535F053E68}">
      <dsp:nvSpPr>
        <dsp:cNvPr id="0" name=""/>
        <dsp:cNvSpPr/>
      </dsp:nvSpPr>
      <dsp:spPr>
        <a:xfrm>
          <a:off x="2828657" y="2069227"/>
          <a:ext cx="63022" cy="63022"/>
        </a:xfrm>
        <a:prstGeom prst="ellipse">
          <a:avLst/>
        </a:prstGeom>
        <a:solidFill>
          <a:schemeClr val="accent6">
            <a:hueOff val="0"/>
            <a:satOff val="0"/>
            <a:lumOff val="0"/>
            <a:alphaOff val="0"/>
          </a:schemeClr>
        </a:solidFill>
        <a:ln w="1397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EAEAA4BE-CD0D-4A68-8A07-0C2D59AF8F92}">
      <dsp:nvSpPr>
        <dsp:cNvPr id="0" name=""/>
        <dsp:cNvSpPr/>
      </dsp:nvSpPr>
      <dsp:spPr>
        <a:xfrm>
          <a:off x="3071575" y="496562"/>
          <a:ext cx="2642584" cy="805895"/>
        </a:xfrm>
        <a:prstGeom prst="roundRect">
          <a:avLst/>
        </a:prstGeom>
        <a:solidFill>
          <a:schemeClr val="lt1">
            <a:alpha val="90000"/>
            <a:hueOff val="0"/>
            <a:satOff val="0"/>
            <a:lumOff val="0"/>
            <a:alphaOff val="0"/>
          </a:schemeClr>
        </a:solidFill>
        <a:ln w="1397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US" sz="1200" kern="1200">
              <a:latin typeface="Aptos Display" panose="020F0302020204030204"/>
            </a:rPr>
            <a:t> Chart a Course </a:t>
          </a:r>
          <a:r>
            <a:rPr lang="en-US" sz="1200" kern="1200">
              <a:latin typeface="Calibri"/>
              <a:ea typeface="Calibri"/>
              <a:cs typeface="Calibri"/>
            </a:rPr>
            <a:t>– Create a flexible, research-backed plan to conquer the challenge.</a:t>
          </a:r>
          <a:endParaRPr lang="en-US" sz="1200" i="0" kern="1200">
            <a:latin typeface="Calibri"/>
            <a:ea typeface="Calibri"/>
            <a:cs typeface="Calibri"/>
          </a:endParaRPr>
        </a:p>
      </dsp:txBody>
      <dsp:txXfrm>
        <a:off x="3110916" y="535903"/>
        <a:ext cx="2563902" cy="727213"/>
      </dsp:txXfrm>
    </dsp:sp>
    <dsp:sp modelId="{F5B454B8-14FB-457F-BF6B-5CC02CEE7B3E}">
      <dsp:nvSpPr>
        <dsp:cNvPr id="0" name=""/>
        <dsp:cNvSpPr/>
      </dsp:nvSpPr>
      <dsp:spPr>
        <a:xfrm>
          <a:off x="4392867" y="1302458"/>
          <a:ext cx="0" cy="798280"/>
        </a:xfrm>
        <a:prstGeom prst="line">
          <a:avLst/>
        </a:prstGeom>
        <a:noFill/>
        <a:ln w="9525" cap="flat" cmpd="sng" algn="ctr">
          <a:solidFill>
            <a:schemeClr val="accent6">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78DDC670-FE2F-4798-BDB9-8D5B86A01A43}">
      <dsp:nvSpPr>
        <dsp:cNvPr id="0" name=""/>
        <dsp:cNvSpPr/>
      </dsp:nvSpPr>
      <dsp:spPr>
        <a:xfrm>
          <a:off x="4762829" y="1470517"/>
          <a:ext cx="2325474" cy="4747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622300">
            <a:lnSpc>
              <a:spcPct val="90000"/>
            </a:lnSpc>
            <a:spcBef>
              <a:spcPct val="0"/>
            </a:spcBef>
            <a:spcAft>
              <a:spcPct val="35000"/>
            </a:spcAft>
            <a:buNone/>
            <a:defRPr b="1"/>
          </a:pPr>
          <a:r>
            <a:rPr lang="en-US" sz="1400" b="1" kern="1200">
              <a:latin typeface="Aptos Display"/>
              <a:ea typeface="Calibri"/>
              <a:cs typeface="Calibri"/>
            </a:rPr>
            <a:t> Code</a:t>
          </a:r>
        </a:p>
      </dsp:txBody>
      <dsp:txXfrm>
        <a:off x="4762829" y="1470517"/>
        <a:ext cx="2325474" cy="474767"/>
      </dsp:txXfrm>
    </dsp:sp>
    <dsp:sp modelId="{D990EA66-6A6A-4124-B39F-E0DC98D8C60A}">
      <dsp:nvSpPr>
        <dsp:cNvPr id="0" name=""/>
        <dsp:cNvSpPr/>
      </dsp:nvSpPr>
      <dsp:spPr>
        <a:xfrm>
          <a:off x="4361356" y="2069227"/>
          <a:ext cx="63022" cy="63022"/>
        </a:xfrm>
        <a:prstGeom prst="ellipse">
          <a:avLst/>
        </a:prstGeom>
        <a:solidFill>
          <a:schemeClr val="accent6">
            <a:hueOff val="0"/>
            <a:satOff val="0"/>
            <a:lumOff val="0"/>
            <a:alphaOff val="0"/>
          </a:schemeClr>
        </a:solidFill>
        <a:ln w="1397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5461B150-E935-4282-9117-BE5689F650DF}">
      <dsp:nvSpPr>
        <dsp:cNvPr id="0" name=""/>
        <dsp:cNvSpPr/>
      </dsp:nvSpPr>
      <dsp:spPr>
        <a:xfrm>
          <a:off x="4604274" y="2899019"/>
          <a:ext cx="2642584" cy="805895"/>
        </a:xfrm>
        <a:prstGeom prst="roundRect">
          <a:avLst/>
        </a:prstGeom>
        <a:solidFill>
          <a:schemeClr val="lt1">
            <a:alpha val="90000"/>
            <a:hueOff val="0"/>
            <a:satOff val="0"/>
            <a:lumOff val="0"/>
            <a:alphaOff val="0"/>
          </a:schemeClr>
        </a:solidFill>
        <a:ln w="1397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US" sz="1200" b="0" kern="1200">
              <a:latin typeface="Calibri"/>
              <a:ea typeface="Calibri"/>
              <a:cs typeface="Calibri"/>
            </a:rPr>
            <a:t> Establishing Logic</a:t>
          </a:r>
          <a:r>
            <a:rPr lang="en-US" sz="1200" kern="1200">
              <a:latin typeface="Calibri"/>
              <a:ea typeface="Calibri"/>
              <a:cs typeface="Calibri"/>
            </a:rPr>
            <a:t> – Translate algorithms into nearly-natural executable language.</a:t>
          </a:r>
          <a:endParaRPr lang="en-US" sz="1200" kern="1200"/>
        </a:p>
      </dsp:txBody>
      <dsp:txXfrm>
        <a:off x="4643615" y="2938360"/>
        <a:ext cx="2563902" cy="727213"/>
      </dsp:txXfrm>
    </dsp:sp>
    <dsp:sp modelId="{495F846D-8609-483E-B870-9459374DA0D9}">
      <dsp:nvSpPr>
        <dsp:cNvPr id="0" name=""/>
        <dsp:cNvSpPr/>
      </dsp:nvSpPr>
      <dsp:spPr>
        <a:xfrm>
          <a:off x="5925566" y="2100738"/>
          <a:ext cx="0" cy="798280"/>
        </a:xfrm>
        <a:prstGeom prst="line">
          <a:avLst/>
        </a:prstGeom>
        <a:noFill/>
        <a:ln w="9525" cap="flat" cmpd="sng" algn="ctr">
          <a:solidFill>
            <a:schemeClr val="accent6">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1A820DBE-83D8-4BC3-B00C-8D7AF18A5C6E}">
      <dsp:nvSpPr>
        <dsp:cNvPr id="0" name=""/>
        <dsp:cNvSpPr/>
      </dsp:nvSpPr>
      <dsp:spPr>
        <a:xfrm>
          <a:off x="6295528" y="2256193"/>
          <a:ext cx="2325474" cy="4747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622300">
            <a:lnSpc>
              <a:spcPct val="90000"/>
            </a:lnSpc>
            <a:spcBef>
              <a:spcPct val="0"/>
            </a:spcBef>
            <a:spcAft>
              <a:spcPct val="35000"/>
            </a:spcAft>
            <a:buNone/>
            <a:defRPr b="1"/>
          </a:pPr>
          <a:r>
            <a:rPr lang="en-US" sz="1400" kern="1200">
              <a:latin typeface="Calibri"/>
              <a:ea typeface="Calibri"/>
              <a:cs typeface="Calibri"/>
            </a:rPr>
            <a:t> Execution</a:t>
          </a:r>
        </a:p>
      </dsp:txBody>
      <dsp:txXfrm>
        <a:off x="6295528" y="2256193"/>
        <a:ext cx="2325474" cy="474767"/>
      </dsp:txXfrm>
    </dsp:sp>
    <dsp:sp modelId="{40A07B2F-589A-488E-93DE-3683F9FCF990}">
      <dsp:nvSpPr>
        <dsp:cNvPr id="0" name=""/>
        <dsp:cNvSpPr/>
      </dsp:nvSpPr>
      <dsp:spPr>
        <a:xfrm>
          <a:off x="5894055" y="2069227"/>
          <a:ext cx="63022" cy="63022"/>
        </a:xfrm>
        <a:prstGeom prst="ellipse">
          <a:avLst/>
        </a:prstGeom>
        <a:solidFill>
          <a:schemeClr val="accent6">
            <a:hueOff val="0"/>
            <a:satOff val="0"/>
            <a:lumOff val="0"/>
            <a:alphaOff val="0"/>
          </a:schemeClr>
        </a:solidFill>
        <a:ln w="1397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FB2B1F55-2819-46DC-8A13-46CB2F4C33B4}">
      <dsp:nvSpPr>
        <dsp:cNvPr id="0" name=""/>
        <dsp:cNvSpPr/>
      </dsp:nvSpPr>
      <dsp:spPr>
        <a:xfrm>
          <a:off x="6136973" y="496562"/>
          <a:ext cx="2642584" cy="805895"/>
        </a:xfrm>
        <a:prstGeom prst="roundRect">
          <a:avLst/>
        </a:prstGeom>
        <a:solidFill>
          <a:schemeClr val="lt1">
            <a:alpha val="90000"/>
            <a:hueOff val="0"/>
            <a:satOff val="0"/>
            <a:lumOff val="0"/>
            <a:alphaOff val="0"/>
          </a:schemeClr>
        </a:solidFill>
        <a:ln w="1397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US" sz="1200" b="1" kern="1200">
              <a:latin typeface="Calibri"/>
              <a:ea typeface="Calibri"/>
              <a:cs typeface="Calibri"/>
            </a:rPr>
            <a:t> </a:t>
          </a:r>
          <a:r>
            <a:rPr lang="en-US" sz="1200" b="0" kern="1200"/>
            <a:t>Observe Reality</a:t>
          </a:r>
          <a:r>
            <a:rPr lang="en-US" sz="1200" b="0" kern="1200">
              <a:latin typeface="Aptos Display" panose="020F0302020204030204"/>
            </a:rPr>
            <a:t> </a:t>
          </a:r>
          <a:r>
            <a:rPr lang="en-US" sz="1200" b="0" kern="1200"/>
            <a:t>– Run the system, observe behavior, compare outcomes to intent</a:t>
          </a:r>
          <a:r>
            <a:rPr lang="en-US" sz="1200" b="0" kern="1200">
              <a:latin typeface="Aptos Display" panose="020F0302020204030204"/>
            </a:rPr>
            <a:t>.</a:t>
          </a:r>
          <a:endParaRPr lang="en-US" sz="1200" b="0" kern="1200"/>
        </a:p>
      </dsp:txBody>
      <dsp:txXfrm>
        <a:off x="6176314" y="535903"/>
        <a:ext cx="2563902" cy="727213"/>
      </dsp:txXfrm>
    </dsp:sp>
    <dsp:sp modelId="{FD96F8C7-73EA-4233-9783-4241E30CFA32}">
      <dsp:nvSpPr>
        <dsp:cNvPr id="0" name=""/>
        <dsp:cNvSpPr/>
      </dsp:nvSpPr>
      <dsp:spPr>
        <a:xfrm>
          <a:off x="7458265" y="1302458"/>
          <a:ext cx="0" cy="798280"/>
        </a:xfrm>
        <a:prstGeom prst="line">
          <a:avLst/>
        </a:prstGeom>
        <a:noFill/>
        <a:ln w="9525" cap="flat" cmpd="sng" algn="ctr">
          <a:solidFill>
            <a:schemeClr val="accent6">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0879ACAA-CED0-45C5-B8AB-539ABA067751}">
      <dsp:nvSpPr>
        <dsp:cNvPr id="0" name=""/>
        <dsp:cNvSpPr/>
      </dsp:nvSpPr>
      <dsp:spPr>
        <a:xfrm>
          <a:off x="7426754" y="2069227"/>
          <a:ext cx="63022" cy="63022"/>
        </a:xfrm>
        <a:prstGeom prst="ellipse">
          <a:avLst/>
        </a:prstGeom>
        <a:solidFill>
          <a:schemeClr val="accent6">
            <a:hueOff val="0"/>
            <a:satOff val="0"/>
            <a:lumOff val="0"/>
            <a:alphaOff val="0"/>
          </a:schemeClr>
        </a:solidFill>
        <a:ln w="1397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8E3605-8095-430D-BB7A-F9F98AA8F5B1}">
      <dsp:nvSpPr>
        <dsp:cNvPr id="0" name=""/>
        <dsp:cNvSpPr/>
      </dsp:nvSpPr>
      <dsp:spPr>
        <a:xfrm>
          <a:off x="569209" y="1874"/>
          <a:ext cx="1937416" cy="1162449"/>
        </a:xfrm>
        <a:prstGeom prst="rect">
          <a:avLst/>
        </a:prstGeom>
        <a:solidFill>
          <a:schemeClr val="accent1">
            <a:hueOff val="0"/>
            <a:satOff val="0"/>
            <a:lumOff val="0"/>
            <a:alphaOff val="0"/>
          </a:schemeClr>
        </a:solidFill>
        <a:ln>
          <a:noFill/>
        </a:ln>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accent1">
              <a:hueOff val="0"/>
              <a:satOff val="0"/>
              <a:lumOff val="0"/>
              <a:alphaOff val="0"/>
              <a:shade val="35000"/>
              <a:satMod val="130000"/>
            </a:schemeClr>
          </a:contourClr>
        </a:sp3d>
      </dsp:spPr>
      <dsp:style>
        <a:lnRef idx="0">
          <a:scrgbClr r="0" g="0" b="0"/>
        </a:lnRef>
        <a:fillRef idx="3">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rtl="0">
            <a:lnSpc>
              <a:spcPct val="90000"/>
            </a:lnSpc>
            <a:spcBef>
              <a:spcPct val="0"/>
            </a:spcBef>
            <a:spcAft>
              <a:spcPct val="35000"/>
            </a:spcAft>
            <a:buNone/>
          </a:pPr>
          <a:r>
            <a:rPr lang="en-US" sz="3600" kern="1200">
              <a:latin typeface="Century Schoolbook" panose="02040604050505020304"/>
            </a:rPr>
            <a:t> Self</a:t>
          </a:r>
          <a:endParaRPr lang="en-US" sz="3600" kern="1200"/>
        </a:p>
      </dsp:txBody>
      <dsp:txXfrm>
        <a:off x="569209" y="1874"/>
        <a:ext cx="1937416" cy="1162449"/>
      </dsp:txXfrm>
    </dsp:sp>
    <dsp:sp modelId="{1F2BF8D7-C18A-453C-8CC1-F378603CE48A}">
      <dsp:nvSpPr>
        <dsp:cNvPr id="0" name=""/>
        <dsp:cNvSpPr/>
      </dsp:nvSpPr>
      <dsp:spPr>
        <a:xfrm>
          <a:off x="569209" y="1358066"/>
          <a:ext cx="1937416" cy="1162449"/>
        </a:xfrm>
        <a:prstGeom prst="rect">
          <a:avLst/>
        </a:prstGeom>
        <a:solidFill>
          <a:schemeClr val="accent1">
            <a:hueOff val="0"/>
            <a:satOff val="0"/>
            <a:lumOff val="0"/>
            <a:alphaOff val="0"/>
          </a:schemeClr>
        </a:solidFill>
        <a:ln>
          <a:noFill/>
        </a:ln>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accent1">
              <a:hueOff val="0"/>
              <a:satOff val="0"/>
              <a:lumOff val="0"/>
              <a:alphaOff val="0"/>
              <a:shade val="35000"/>
              <a:satMod val="130000"/>
            </a:schemeClr>
          </a:contourClr>
        </a:sp3d>
      </dsp:spPr>
      <dsp:style>
        <a:lnRef idx="0">
          <a:scrgbClr r="0" g="0" b="0"/>
        </a:lnRef>
        <a:fillRef idx="3">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rtl="0">
            <a:lnSpc>
              <a:spcPct val="90000"/>
            </a:lnSpc>
            <a:spcBef>
              <a:spcPct val="0"/>
            </a:spcBef>
            <a:spcAft>
              <a:spcPct val="35000"/>
            </a:spcAft>
            <a:buNone/>
          </a:pPr>
          <a:r>
            <a:rPr lang="en-US" sz="3600" kern="1200">
              <a:latin typeface="Century Schoolbook" panose="02040604050505020304"/>
            </a:rPr>
            <a:t> Others</a:t>
          </a:r>
        </a:p>
      </dsp:txBody>
      <dsp:txXfrm>
        <a:off x="569209" y="1358066"/>
        <a:ext cx="1937416" cy="1162449"/>
      </dsp:txXfrm>
    </dsp:sp>
    <dsp:sp modelId="{2B3AC880-AC66-4F58-8FF8-31957C53A275}">
      <dsp:nvSpPr>
        <dsp:cNvPr id="0" name=""/>
        <dsp:cNvSpPr/>
      </dsp:nvSpPr>
      <dsp:spPr>
        <a:xfrm>
          <a:off x="569209" y="2714257"/>
          <a:ext cx="1937416" cy="1162449"/>
        </a:xfrm>
        <a:prstGeom prst="rect">
          <a:avLst/>
        </a:prstGeom>
        <a:solidFill>
          <a:schemeClr val="accent1">
            <a:hueOff val="0"/>
            <a:satOff val="0"/>
            <a:lumOff val="0"/>
            <a:alphaOff val="0"/>
          </a:schemeClr>
        </a:solidFill>
        <a:ln>
          <a:noFill/>
        </a:ln>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accent1">
              <a:hueOff val="0"/>
              <a:satOff val="0"/>
              <a:lumOff val="0"/>
              <a:alphaOff val="0"/>
              <a:shade val="35000"/>
              <a:satMod val="130000"/>
            </a:schemeClr>
          </a:contourClr>
        </a:sp3d>
      </dsp:spPr>
      <dsp:style>
        <a:lnRef idx="0">
          <a:scrgbClr r="0" g="0" b="0"/>
        </a:lnRef>
        <a:fillRef idx="3">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rtl="0">
            <a:lnSpc>
              <a:spcPct val="90000"/>
            </a:lnSpc>
            <a:spcBef>
              <a:spcPct val="0"/>
            </a:spcBef>
            <a:spcAft>
              <a:spcPct val="35000"/>
            </a:spcAft>
            <a:buNone/>
          </a:pPr>
          <a:r>
            <a:rPr lang="en-US" sz="3600" kern="1200">
              <a:latin typeface="Century Schoolbook" panose="02040604050505020304"/>
            </a:rPr>
            <a:t> Reality</a:t>
          </a:r>
        </a:p>
      </dsp:txBody>
      <dsp:txXfrm>
        <a:off x="569209" y="2714257"/>
        <a:ext cx="1937416" cy="1162449"/>
      </dsp:txXfrm>
    </dsp:sp>
  </dsp:spTree>
</dsp:drawing>
</file>

<file path=ppt/diagrams/layout1.xml><?xml version="1.0" encoding="utf-8"?>
<dgm:layoutDef xmlns:dgm="http://schemas.openxmlformats.org/drawingml/2006/diagram" xmlns:a="http://schemas.openxmlformats.org/drawingml/2006/main" uniqueId="urn:microsoft.com/office/officeart/2016/7/layout/BasicTimeline">
  <dgm:title val="Basic Timeline"/>
  <dgm:desc val="Use to show a list of events in chronological order. The rounded rectangular shape contains the description while the date is shown below on the time line. It's the perfect SmartArt for displaying large amount of text with a medium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FollowNode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presOf/>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16"/>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42"/>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t" for="ch" forName="L1TextContainer" refType="h" fact="0.537"/>
                <dgm:constr type="h" for="ch" forName="L1TextContainer" refType="h" fact="0.113"/>
                <dgm:constr type="w" for="ch" forName="L2TextContainerWrapper" refType="w"/>
                <dgm:constr type="h" for="ch" forName="L2TextContainerWrapper" refType="h" fact="0.31"/>
                <dgm:constr type="b" for="ch" forName="L2TextContainerWrapper" refType="h" fact="0.31"/>
                <dgm:constr type="w" for="ch" forName="ConnectLine"/>
                <dgm:constr type="l" for="ch" forName="ConnectLine" refType="w" fact="0.5"/>
                <dgm:constr type="h" for="ch" forName="ConnectLine" refType="h" fact="0.19"/>
                <dgm:constr type="t" for="ch" forName="ConnectLine" refType="h" fact="0.31"/>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8"/>
                <dgm:constr type="l" for="ch" forName="L1TextContainer" refType="w" fact="0.06"/>
                <dgm:constr type="t" for="ch" forName="L1TextContainer" refType="h" fact="0.35"/>
                <dgm:constr type="h" for="ch" forName="L1TextContainer" refType="h" fact="0.113"/>
                <dgm:constr type="w" for="ch" forName="L2TextContainerWrapper" refType="w"/>
                <dgm:constr type="h" for="ch" forName="L2TextContainerWrapper" refType="h" fact="0.31"/>
                <dgm:constr type="t" for="ch" forName="L2TextContainerWrapper" refType="h" fact="0.69"/>
                <dgm:constr type="w" for="ch" forName="ConnectLine"/>
                <dgm:constr type="l" for="ch" forName="ConnectLine" refType="w" fact="0.5"/>
                <dgm:constr type="h" for="ch" forName="ConnectLine" refType="h" fact="0.19"/>
                <dgm:constr type="t" for="ch" forName="ConnectLine" refType="h" fact="0.5"/>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55"/>
                  <dgm:constr type="b" for="ch" forName="L2TextContainer" refType="h"/>
                  <dgm:constr type="h" for="ch" forName="FlexibleEmptyPlaceHolder" refType="h" fact="0.45"/>
                </dgm:constrLst>
              </dgm:if>
              <dgm:else name="CaseForPlacingL2TextContaineBelowDivider">
                <dgm:constrLst>
                  <dgm:constr type="h" for="ch" forName="L2TextContainer" refType="h" fact="0.55"/>
                  <dgm:constr type="h" for="ch" forName="FlexibleEmptyPlaceHolder" refType="h" fact="0.45"/>
                  <dgm:constr type="b" for="ch" forName="FlexibleEmptyPlaceHolder" refType="h"/>
                </dgm:constrLst>
              </dgm:else>
            </dgm:choose>
            <dgm:layoutNode name="L2TextContainer" styleLbl="bgAcc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oundRect" r:blip="">
                <dgm:adjLst/>
              </dgm:shape>
              <dgm:presOf axis="des" ptType="node"/>
              <dgm:constrLst>
                <dgm:constr type="primFontSz" val="17"/>
                <dgm:constr type="lMarg" refType="primFontSz" fact="0.7"/>
                <dgm:constr type="rMarg" refType="primFontSz" fact="0.7"/>
                <dgm:constr type="tMarg" refType="primFontSz" fact="0.7"/>
                <dgm:constr type="bMarg" refType="primFontSz" fact="0.7"/>
              </dgm:constrLst>
              <dgm:ruleLst>
                <dgm:rule type="primFontSz" val="12" fact="NaN" max="NaN"/>
                <dgm:rule type="secFontSz" val="10" fact="NaN" max="NaN"/>
                <dgm:rule type="h" val="INF"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orPoint" styleLbl="alignNode1" moveWith="L2TextContainer">
            <dgm:alg type="sp"/>
            <dgm:shape xmlns:r="http://schemas.openxmlformats.org/officeDocument/2006/relationships" type="ellipse" r:blip="" zOrderOff="1">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D1FF59-5799-4E83-B666-3DAEA46D70B1}" type="datetimeFigureOut">
              <a:t>1/23/2026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8AB58E-3347-4ED3-B64C-97CB245712CA}" type="slidenum">
              <a:t>‹#›</a:t>
            </a:fld>
            <a:endParaRPr lang="en-US"/>
          </a:p>
        </p:txBody>
      </p:sp>
    </p:spTree>
    <p:extLst>
      <p:ext uri="{BB962C8B-B14F-4D97-AF65-F5344CB8AC3E}">
        <p14:creationId xmlns:p14="http://schemas.microsoft.com/office/powerpoint/2010/main" val="55540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Open by naming the quiet belief many people carry: that difficulty with programming is a personal deficiency. State plainly that this session exists to challenge that belief. Do not explain or justify it yet. Plant the flag, then pause and let the room sit with it before moving on.</a:t>
            </a:r>
          </a:p>
        </p:txBody>
      </p:sp>
      <p:sp>
        <p:nvSpPr>
          <p:cNvPr id="4" name="Slide Number Placeholder 3"/>
          <p:cNvSpPr>
            <a:spLocks noGrp="1"/>
          </p:cNvSpPr>
          <p:nvPr>
            <p:ph type="sldNum" sz="quarter" idx="5"/>
          </p:nvPr>
        </p:nvSpPr>
        <p:spPr/>
        <p:txBody>
          <a:bodyPr/>
          <a:lstStyle/>
          <a:p>
            <a:fld id="{AD8AB58E-3347-4ED3-B64C-97CB245712CA}" type="slidenum">
              <a:t>1</a:t>
            </a:fld>
            <a:endParaRPr lang="en-US"/>
          </a:p>
        </p:txBody>
      </p:sp>
    </p:spTree>
    <p:extLst>
      <p:ext uri="{BB962C8B-B14F-4D97-AF65-F5344CB8AC3E}">
        <p14:creationId xmlns:p14="http://schemas.microsoft.com/office/powerpoint/2010/main" val="19150829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Run a quick room read to surface patterns without diagnosing anyone. Ask for a show of hands or short responses for A through D. Follow with one clarifying question: “What does ‘stuck’ feel like—confusion, overwhelm, boredom, intimidation, or not knowing what to do next?” Avoid solving anything here. The objective is to normalize the experience and collect language you can reuse later.</a:t>
            </a:r>
          </a:p>
        </p:txBody>
      </p:sp>
      <p:sp>
        <p:nvSpPr>
          <p:cNvPr id="4" name="Slide Number Placeholder 3"/>
          <p:cNvSpPr>
            <a:spLocks noGrp="1"/>
          </p:cNvSpPr>
          <p:nvPr>
            <p:ph type="sldNum" sz="quarter" idx="5"/>
          </p:nvPr>
        </p:nvSpPr>
        <p:spPr/>
        <p:txBody>
          <a:bodyPr/>
          <a:lstStyle/>
          <a:p>
            <a:fld id="{AD8AB58E-3347-4ED3-B64C-97CB245712CA}" type="slidenum">
              <a:t>2</a:t>
            </a:fld>
            <a:endParaRPr lang="en-US"/>
          </a:p>
        </p:txBody>
      </p:sp>
    </p:spTree>
    <p:extLst>
      <p:ext uri="{BB962C8B-B14F-4D97-AF65-F5344CB8AC3E}">
        <p14:creationId xmlns:p14="http://schemas.microsoft.com/office/powerpoint/2010/main" val="21190754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Invite the group to populate both sides verbally. Keep it fast, aiming for two or three contributions per side. Guide toward the core contrast of syntax-first exposure versus a reasoning-first orientation. If algorithms or data structures are mentioned, acknowledge their importance later, then re-center the point: many learners struggle earlier than that, at problem selection, decomposition, and knowing what to do when they do not know what to do. Close by stating that this workshop intentionally targets the right-hand side first.</a:t>
            </a:r>
          </a:p>
        </p:txBody>
      </p:sp>
      <p:sp>
        <p:nvSpPr>
          <p:cNvPr id="4" name="Slide Number Placeholder 3"/>
          <p:cNvSpPr>
            <a:spLocks noGrp="1"/>
          </p:cNvSpPr>
          <p:nvPr>
            <p:ph type="sldNum" sz="quarter" idx="5"/>
          </p:nvPr>
        </p:nvSpPr>
        <p:spPr/>
        <p:txBody>
          <a:bodyPr/>
          <a:lstStyle/>
          <a:p>
            <a:fld id="{AD8AB58E-3347-4ED3-B64C-97CB245712CA}" type="slidenum">
              <a:rPr lang="en-US"/>
              <a:t>3</a:t>
            </a:fld>
            <a:endParaRPr lang="en-US"/>
          </a:p>
        </p:txBody>
      </p:sp>
    </p:spTree>
    <p:extLst>
      <p:ext uri="{BB962C8B-B14F-4D97-AF65-F5344CB8AC3E}">
        <p14:creationId xmlns:p14="http://schemas.microsoft.com/office/powerpoint/2010/main" val="30209594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slide to detach programming from typing. Emphasize that code is a representation of decisions made earlier, not the start of the process. Ask which stage Franklin courses tended to start with, and which stage participants personally get stuck in most often. Reinforce that the goal of the SIG workshop is to strengthen the upstream stages so the downstream stages stop feeling mysterious and fragile.</a:t>
            </a:r>
          </a:p>
        </p:txBody>
      </p:sp>
      <p:sp>
        <p:nvSpPr>
          <p:cNvPr id="4" name="Slide Number Placeholder 3"/>
          <p:cNvSpPr>
            <a:spLocks noGrp="1"/>
          </p:cNvSpPr>
          <p:nvPr>
            <p:ph type="sldNum" sz="quarter" idx="5"/>
          </p:nvPr>
        </p:nvSpPr>
        <p:spPr/>
        <p:txBody>
          <a:bodyPr/>
          <a:lstStyle/>
          <a:p>
            <a:fld id="{AD8AB58E-3347-4ED3-B64C-97CB245712CA}" type="slidenum">
              <a:t>4</a:t>
            </a:fld>
            <a:endParaRPr lang="en-US"/>
          </a:p>
        </p:txBody>
      </p:sp>
    </p:spTree>
    <p:extLst>
      <p:ext uri="{BB962C8B-B14F-4D97-AF65-F5344CB8AC3E}">
        <p14:creationId xmlns:p14="http://schemas.microsoft.com/office/powerpoint/2010/main" val="10374283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Frame this as a recognition moment, not a lesson. Point out that the process just described mirrors how people already reason about the world when they are allowed to slow down and think clearly. Emphasize that programming is not introducing a foreign way of thinking, but formalizing one they already use. Keep this brief and do not linger; the purpose is legitimacy, not instruction.</a:t>
            </a:r>
          </a:p>
        </p:txBody>
      </p:sp>
      <p:sp>
        <p:nvSpPr>
          <p:cNvPr id="4" name="Slide Number Placeholder 3"/>
          <p:cNvSpPr>
            <a:spLocks noGrp="1"/>
          </p:cNvSpPr>
          <p:nvPr>
            <p:ph type="sldNum" sz="quarter" idx="5"/>
          </p:nvPr>
        </p:nvSpPr>
        <p:spPr/>
        <p:txBody>
          <a:bodyPr/>
          <a:lstStyle/>
          <a:p>
            <a:fld id="{AD8AB58E-3347-4ED3-B64C-97CB245712CA}" type="slidenum">
              <a:rPr lang="en-US"/>
              <a:t>5</a:t>
            </a:fld>
            <a:endParaRPr lang="en-US"/>
          </a:p>
        </p:txBody>
      </p:sp>
    </p:spTree>
    <p:extLst>
      <p:ext uri="{BB962C8B-B14F-4D97-AF65-F5344CB8AC3E}">
        <p14:creationId xmlns:p14="http://schemas.microsoft.com/office/powerpoint/2010/main" val="3538402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Make the point that a computer does not solve a problem until a person defines what “solve” means. Highlight that ambiguity is normal for humans, while machines require precision. Ask a quick question: “What happens when you try to code before you can clearly state the problem?” Capture responses like endless rewrites, rabbit holes, or feeling not smart enough. Frame those experiences as predictable outcomes of skipping reasoning, not personal failure.</a:t>
            </a:r>
          </a:p>
        </p:txBody>
      </p:sp>
      <p:sp>
        <p:nvSpPr>
          <p:cNvPr id="4" name="Slide Number Placeholder 3"/>
          <p:cNvSpPr>
            <a:spLocks noGrp="1"/>
          </p:cNvSpPr>
          <p:nvPr>
            <p:ph type="sldNum" sz="quarter" idx="5"/>
          </p:nvPr>
        </p:nvSpPr>
        <p:spPr/>
        <p:txBody>
          <a:bodyPr/>
          <a:lstStyle/>
          <a:p>
            <a:fld id="{AD8AB58E-3347-4ED3-B64C-97CB245712CA}" type="slidenum">
              <a:t>6</a:t>
            </a:fld>
            <a:endParaRPr lang="en-US"/>
          </a:p>
        </p:txBody>
      </p:sp>
    </p:spTree>
    <p:extLst>
      <p:ext uri="{BB962C8B-B14F-4D97-AF65-F5344CB8AC3E}">
        <p14:creationId xmlns:p14="http://schemas.microsoft.com/office/powerpoint/2010/main" val="18101453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slide to make explicit that reasoning does not require another person to be present. Explain that the Socratic method and Socratic dialogue are about disciplined questioning, not debate or philosophy. Emphasize that the same technique used in group discussion can be applied internally when working alone by questioning assumptions, goals, definitions, and constraints before jumping to solutions. Connect this to programming by noting that the MIT rubber duck method is essentially Socratic dialogue externalized, where explaining a problem forces gaps in reasoning to surface.</a:t>
            </a:r>
          </a:p>
        </p:txBody>
      </p:sp>
      <p:sp>
        <p:nvSpPr>
          <p:cNvPr id="4" name="Slide Number Placeholder 3"/>
          <p:cNvSpPr>
            <a:spLocks noGrp="1"/>
          </p:cNvSpPr>
          <p:nvPr>
            <p:ph type="sldNum" sz="quarter" idx="5"/>
          </p:nvPr>
        </p:nvSpPr>
        <p:spPr/>
        <p:txBody>
          <a:bodyPr/>
          <a:lstStyle/>
          <a:p>
            <a:fld id="{AD8AB58E-3347-4ED3-B64C-97CB245712CA}" type="slidenum">
              <a:rPr lang="en-US"/>
              <a:t>7</a:t>
            </a:fld>
            <a:endParaRPr lang="en-US"/>
          </a:p>
        </p:txBody>
      </p:sp>
    </p:spTree>
    <p:extLst>
      <p:ext uri="{BB962C8B-B14F-4D97-AF65-F5344CB8AC3E}">
        <p14:creationId xmlns:p14="http://schemas.microsoft.com/office/powerpoint/2010/main" val="19082951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Transition fully from cognition into motivation by stating plainly that if something does not matter to you, it will not stick, no matter how well it is taught. Explain that retention follows relevance, and relevance follows ownership, and that ownership usually begins when a problem intersects with personal friction rather than a syllabus. Ask what kind of problem someone would willingly work on for ten, one hundred, or a thousand hours, and pause long enough for the question to feel uncomfortable rather than rhetorical.</a:t>
            </a:r>
          </a:p>
          <a:p>
            <a:endParaRPr lang="en-US"/>
          </a:p>
          <a:p>
            <a:r>
              <a:rPr lang="en-US"/>
              <a:t>Use Vociferous as a personal example, not as a technical case study, but as an explanation of why you kept returning to a problem long after novelty wore off. Emphasize the shift from learning tools to becoming someone who builds things that reduce friction in their own life. Reinforce that this identity shift—from learner to creator—is available to anyone once learning is attached to something they genuinely care about.</a:t>
            </a:r>
            <a:endParaRPr lang="en-US">
              <a:ea typeface="Calibri" panose="020F0502020204030204"/>
              <a:cs typeface="Calibri" panose="020F0502020204030204"/>
            </a:endParaRPr>
          </a:p>
        </p:txBody>
      </p:sp>
      <p:sp>
        <p:nvSpPr>
          <p:cNvPr id="4" name="Slide Number Placeholder 3"/>
          <p:cNvSpPr>
            <a:spLocks noGrp="1"/>
          </p:cNvSpPr>
          <p:nvPr>
            <p:ph type="sldNum" sz="quarter" idx="5"/>
          </p:nvPr>
        </p:nvSpPr>
        <p:spPr/>
        <p:txBody>
          <a:bodyPr/>
          <a:lstStyle/>
          <a:p>
            <a:fld id="{AD8AB58E-3347-4ED3-B64C-97CB245712CA}" type="slidenum">
              <a:t>8</a:t>
            </a:fld>
            <a:endParaRPr lang="en-US"/>
          </a:p>
        </p:txBody>
      </p:sp>
    </p:spTree>
    <p:extLst>
      <p:ext uri="{BB962C8B-B14F-4D97-AF65-F5344CB8AC3E}">
        <p14:creationId xmlns:p14="http://schemas.microsoft.com/office/powerpoint/2010/main" val="6798485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Explain that creating anything—software, systems, tools—implicitly places you under a set of contracts: with yourself, with the people affected by what you build, with the community it touches, and with reality itself. These contracts are the basis of trust, collaboration, and safety, and breaking them is how harm enters systems. Emphasize that in the age of AI, stewardship matters more, not less, because tools amplify intent and mistakes scale faster than individuals. This workshop treats programming not just as problem-solving, but as responsible creation.</a:t>
            </a:r>
          </a:p>
        </p:txBody>
      </p:sp>
      <p:sp>
        <p:nvSpPr>
          <p:cNvPr id="4" name="Slide Number Placeholder 3"/>
          <p:cNvSpPr>
            <a:spLocks noGrp="1"/>
          </p:cNvSpPr>
          <p:nvPr>
            <p:ph type="sldNum" sz="quarter" idx="5"/>
          </p:nvPr>
        </p:nvSpPr>
        <p:spPr/>
        <p:txBody>
          <a:bodyPr/>
          <a:lstStyle/>
          <a:p>
            <a:fld id="{AD8AB58E-3347-4ED3-B64C-97CB245712CA}" type="slidenum">
              <a:rPr lang="en-US"/>
              <a:t>9</a:t>
            </a:fld>
            <a:endParaRPr lang="en-US"/>
          </a:p>
        </p:txBody>
      </p:sp>
    </p:spTree>
    <p:extLst>
      <p:ext uri="{BB962C8B-B14F-4D97-AF65-F5344CB8AC3E}">
        <p14:creationId xmlns:p14="http://schemas.microsoft.com/office/powerpoint/2010/main" val="38619964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9E016143-E03C-4CFD-AFDC-14E5BDEA754C}" type="datetimeFigureOut">
              <a:rPr lang="en-US" dirty="0"/>
              <a:t>1/23/2026</a:t>
            </a:fld>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4FAB73BC-B049-4115-A692-8D63A059BFB8}" type="slidenum">
              <a:rPr lang="en-US" dirty="0"/>
              <a:pPr/>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921446005"/>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8C94063-DF36-4330-A365-08DA1FA5B7D6}" type="datetimeFigureOut">
              <a:rPr lang="en-US" dirty="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11876097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8A7C6C-0F39-4D70-8E8D-FE5B9C95FA73}" type="datetimeFigureOut">
              <a:rPr lang="en-US" dirty="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219990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FCFA4AC-08CC-42CE-BD01-C191750A04EC}" type="datetimeFigureOut">
              <a:rPr lang="en-US" dirty="0"/>
              <a:t>1/23/2026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20964087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BA7A723-92A7-435B-B681-F25B092FEFEB}" type="datetimeFigureOut">
              <a:rPr lang="en-US" dirty="0"/>
              <a:t>1/23/2026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6455378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F170639-886C-4FCF-9EAB-ABB5DA3F3F4A}" type="datetimeFigureOut">
              <a:rPr lang="en-US" dirty="0"/>
              <a:t>1/23/2026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25001336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230651-31F4-45D2-98AE-A2108F41BC07}" type="datetimeFigureOut">
              <a:rPr lang="en-US" dirty="0"/>
              <a:t>1/23/2026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2067367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F53789A-C914-4DB1-8815-80B5EC7335C5}" type="datetimeFigureOut">
              <a:rPr lang="en-US" dirty="0"/>
              <a:t>1/23/2026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1130639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p>
        </p:txBody>
      </p:sp>
      <p:sp>
        <p:nvSpPr>
          <p:cNvPr id="3" name="Picture Placeholder 2"/>
          <p:cNvSpPr>
            <a:spLocks noGrp="1" noChangeAspect="1"/>
          </p:cNvSpPr>
          <p:nvPr>
            <p:ph type="pic" idx="1"/>
          </p:nvPr>
        </p:nvSpPr>
        <p:spPr>
          <a:xfrm>
            <a:off x="0" y="0"/>
            <a:ext cx="11292840" cy="5128923"/>
          </a:xfrm>
          <a:blipFill>
            <a:blip r:embed="rId2"/>
            <a:stretch>
              <a:fillRect/>
            </a:stretch>
          </a:blip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E6440AA-91A0-436F-8FDB-C0F939DCAE21}" type="datetimeFigureOut">
              <a:rPr lang="en-US" dirty="0"/>
              <a:t>1/23/2026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40699004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033E54A-A8CA-48C1-9504-691B58049D29}" type="datetimeFigureOut">
              <a:rPr lang="en-US" dirty="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39439592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5F6C806-BBF7-471C-9527-881CE2266695}" type="datetimeFigureOut">
              <a:rPr lang="en-US" dirty="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20617680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0E59FD0C-5451-4CA0-86AF-E70AE3279989}" type="datetimeFigureOut">
              <a:rPr lang="en-US" dirty="0"/>
              <a:t>1/23/2026</a:t>
            </a:fld>
            <a:endParaRPr lang="en-US"/>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US"/>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4FAB73BC-B049-4115-A692-8D63A059BFB8}" type="slidenum">
              <a:rPr lang="en-US" dirty="0"/>
              <a:pPr/>
              <a:t>‹#›</a:t>
            </a:fld>
            <a:endParaRPr lang="en-US"/>
          </a:p>
        </p:txBody>
      </p:sp>
    </p:spTree>
    <p:extLst>
      <p:ext uri="{BB962C8B-B14F-4D97-AF65-F5344CB8AC3E}">
        <p14:creationId xmlns:p14="http://schemas.microsoft.com/office/powerpoint/2010/main" val="348562535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6.jpeg"/><Relationship Id="rId7" Type="http://schemas.openxmlformats.org/officeDocument/2006/relationships/diagramColors" Target="../diagrams/colors2.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vert="horz" lIns="91440" tIns="45720" rIns="91440" bIns="45720" rtlCol="0" anchor="ctr">
            <a:normAutofit/>
          </a:bodyPr>
          <a:lstStyle/>
          <a:p>
            <a:pPr algn="ctr"/>
            <a:r>
              <a:rPr lang="en-US">
                <a:ea typeface="+mj-lt"/>
                <a:cs typeface="+mj-lt"/>
              </a:rPr>
              <a:t>You Were Never "Bad" at Programming</a:t>
            </a:r>
            <a:endParaRPr lang="en-US"/>
          </a:p>
        </p:txBody>
      </p:sp>
      <p:sp>
        <p:nvSpPr>
          <p:cNvPr id="3" name="Subtitle 2"/>
          <p:cNvSpPr>
            <a:spLocks noGrp="1"/>
          </p:cNvSpPr>
          <p:nvPr>
            <p:ph type="subTitle" idx="1"/>
          </p:nvPr>
        </p:nvSpPr>
        <p:spPr/>
        <p:txBody>
          <a:bodyPr vert="horz" lIns="91440" tIns="45720" rIns="91440" bIns="45720" rtlCol="0" anchor="t">
            <a:normAutofit/>
          </a:bodyPr>
          <a:lstStyle/>
          <a:p>
            <a:pPr algn="ctr"/>
            <a:r>
              <a:rPr lang="en-US"/>
              <a:t>By Franklin University's Programming Special Interest Group</a:t>
            </a:r>
          </a:p>
          <a:p>
            <a:pPr algn="ctr"/>
            <a:r>
              <a:rPr lang="en-US" sz="1800"/>
              <a:t>Presented by Andrew Brown</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AE80D91-18AA-438F-BFF4-E6BABFDFBA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29284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a:extLst>
              <a:ext uri="{FF2B5EF4-FFF2-40B4-BE49-F238E27FC236}">
                <a16:creationId xmlns:a16="http://schemas.microsoft.com/office/drawing/2014/main" id="{EF05C5AB-8A34-4DF3-AB54-AD74AA4324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04698" y="0"/>
            <a:ext cx="5188141" cy="686546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D6743FFB-7030-337B-C208-EB94591F514B}"/>
              </a:ext>
            </a:extLst>
          </p:cNvPr>
          <p:cNvSpPr>
            <a:spLocks noGrp="1"/>
          </p:cNvSpPr>
          <p:nvPr>
            <p:ph type="title"/>
          </p:nvPr>
        </p:nvSpPr>
        <p:spPr>
          <a:xfrm>
            <a:off x="6902937" y="643466"/>
            <a:ext cx="3962658" cy="5376334"/>
          </a:xfrm>
        </p:spPr>
        <p:txBody>
          <a:bodyPr anchor="ctr">
            <a:normAutofit/>
          </a:bodyPr>
          <a:lstStyle/>
          <a:p>
            <a:r>
              <a:rPr lang="en-US" sz="3600">
                <a:solidFill>
                  <a:srgbClr val="FFFFFF"/>
                </a:solidFill>
              </a:rPr>
              <a:t>Where do you feel "stuck" right now?</a:t>
            </a:r>
          </a:p>
        </p:txBody>
      </p:sp>
      <p:sp>
        <p:nvSpPr>
          <p:cNvPr id="3" name="Content Placeholder 2">
            <a:extLst>
              <a:ext uri="{FF2B5EF4-FFF2-40B4-BE49-F238E27FC236}">
                <a16:creationId xmlns:a16="http://schemas.microsoft.com/office/drawing/2014/main" id="{499505D5-6C15-7450-73FF-38DDD38C9D50}"/>
              </a:ext>
            </a:extLst>
          </p:cNvPr>
          <p:cNvSpPr>
            <a:spLocks noGrp="1"/>
          </p:cNvSpPr>
          <p:nvPr>
            <p:ph idx="1"/>
          </p:nvPr>
        </p:nvSpPr>
        <p:spPr>
          <a:xfrm>
            <a:off x="643467" y="643467"/>
            <a:ext cx="4817766" cy="5578528"/>
          </a:xfrm>
        </p:spPr>
        <p:txBody>
          <a:bodyPr vert="horz" lIns="91440" tIns="45720" rIns="91440" bIns="45720" rtlCol="0" anchor="ctr">
            <a:normAutofit/>
          </a:bodyPr>
          <a:lstStyle/>
          <a:p>
            <a:r>
              <a:rPr lang="en-US">
                <a:ea typeface="+mn-lt"/>
                <a:cs typeface="+mn-lt"/>
              </a:rPr>
              <a:t>(A) Starting</a:t>
            </a:r>
          </a:p>
          <a:p>
            <a:r>
              <a:rPr lang="en-US">
                <a:ea typeface="+mn-lt"/>
                <a:cs typeface="+mn-lt"/>
              </a:rPr>
              <a:t>(B) Understanding</a:t>
            </a:r>
          </a:p>
          <a:p>
            <a:r>
              <a:rPr lang="en-US">
                <a:ea typeface="+mn-lt"/>
                <a:cs typeface="+mn-lt"/>
              </a:rPr>
              <a:t>(C) Debugging</a:t>
            </a:r>
          </a:p>
          <a:p>
            <a:r>
              <a:rPr lang="en-US">
                <a:ea typeface="+mn-lt"/>
                <a:cs typeface="+mn-lt"/>
              </a:rPr>
              <a:t>(D) Finishing</a:t>
            </a:r>
            <a:endParaRPr lang="en-US"/>
          </a:p>
        </p:txBody>
      </p:sp>
      <p:sp>
        <p:nvSpPr>
          <p:cNvPr id="12" name="Rectangle 11">
            <a:extLst>
              <a:ext uri="{FF2B5EF4-FFF2-40B4-BE49-F238E27FC236}">
                <a16:creationId xmlns:a16="http://schemas.microsoft.com/office/drawing/2014/main" id="{AA3B856C-9196-4702-BED7-5733C7EAA6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7760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6749206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F3DDD-B040-1A33-0990-81001659FA89}"/>
              </a:ext>
            </a:extLst>
          </p:cNvPr>
          <p:cNvSpPr>
            <a:spLocks noGrp="1"/>
          </p:cNvSpPr>
          <p:nvPr>
            <p:ph type="title"/>
          </p:nvPr>
        </p:nvSpPr>
        <p:spPr>
          <a:xfrm>
            <a:off x="1253589" y="1053217"/>
            <a:ext cx="9353054" cy="1325562"/>
          </a:xfrm>
        </p:spPr>
        <p:txBody>
          <a:bodyPr>
            <a:normAutofit fontScale="90000"/>
          </a:bodyPr>
          <a:lstStyle/>
          <a:p>
            <a:pPr algn="ctr"/>
            <a:r>
              <a:rPr lang="en-US" sz="4000"/>
              <a:t>The deficiencies of traditional learning when attempting to teach programming:</a:t>
            </a:r>
            <a:endParaRPr lang="en-US"/>
          </a:p>
        </p:txBody>
      </p:sp>
      <p:sp>
        <p:nvSpPr>
          <p:cNvPr id="3" name="Text Placeholder 2">
            <a:extLst>
              <a:ext uri="{FF2B5EF4-FFF2-40B4-BE49-F238E27FC236}">
                <a16:creationId xmlns:a16="http://schemas.microsoft.com/office/drawing/2014/main" id="{E746005A-A7C9-03F0-68A8-BAAE5E1ACDC6}"/>
              </a:ext>
            </a:extLst>
          </p:cNvPr>
          <p:cNvSpPr>
            <a:spLocks noGrp="1"/>
          </p:cNvSpPr>
          <p:nvPr>
            <p:ph type="body" idx="1"/>
          </p:nvPr>
        </p:nvSpPr>
        <p:spPr>
          <a:xfrm>
            <a:off x="1261872" y="3063720"/>
            <a:ext cx="4480560" cy="731520"/>
          </a:xfrm>
        </p:spPr>
        <p:txBody>
          <a:bodyPr>
            <a:normAutofit/>
          </a:bodyPr>
          <a:lstStyle/>
          <a:p>
            <a:r>
              <a:rPr lang="en-US" b="1"/>
              <a:t>How</a:t>
            </a:r>
            <a:r>
              <a:rPr lang="en-US" b="1">
                <a:solidFill>
                  <a:srgbClr val="46464A"/>
                </a:solidFill>
              </a:rPr>
              <a:t> it’s often </a:t>
            </a:r>
            <a:r>
              <a:rPr lang="en-US" b="1"/>
              <a:t>taught:</a:t>
            </a:r>
          </a:p>
        </p:txBody>
      </p:sp>
      <p:sp>
        <p:nvSpPr>
          <p:cNvPr id="4" name="Content Placeholder 3">
            <a:extLst>
              <a:ext uri="{FF2B5EF4-FFF2-40B4-BE49-F238E27FC236}">
                <a16:creationId xmlns:a16="http://schemas.microsoft.com/office/drawing/2014/main" id="{4DDCB967-D6A3-3DAF-F243-DB28746DF611}"/>
              </a:ext>
            </a:extLst>
          </p:cNvPr>
          <p:cNvSpPr>
            <a:spLocks noGrp="1"/>
          </p:cNvSpPr>
          <p:nvPr>
            <p:ph sz="half" idx="2"/>
          </p:nvPr>
        </p:nvSpPr>
        <p:spPr>
          <a:xfrm>
            <a:off x="1261872" y="4081245"/>
            <a:ext cx="4480560" cy="2090955"/>
          </a:xfrm>
        </p:spPr>
        <p:txBody>
          <a:bodyPr vert="horz" lIns="91440" tIns="45720" rIns="91440" bIns="45720" rtlCol="0" anchor="t">
            <a:normAutofit lnSpcReduction="10000"/>
          </a:bodyPr>
          <a:lstStyle/>
          <a:p>
            <a:r>
              <a:rPr lang="en-US">
                <a:ea typeface="+mn-lt"/>
                <a:cs typeface="+mn-lt"/>
              </a:rPr>
              <a:t>Prioritizes syntax and language features before students understand why they’re using them.</a:t>
            </a:r>
          </a:p>
          <a:p>
            <a:r>
              <a:rPr lang="en-US">
                <a:ea typeface="+mn-lt"/>
                <a:cs typeface="+mn-lt"/>
              </a:rPr>
              <a:t>Assumes learners can already decompose problems, even though confusion usually begins before code is ever written.</a:t>
            </a:r>
          </a:p>
        </p:txBody>
      </p:sp>
      <p:sp>
        <p:nvSpPr>
          <p:cNvPr id="5" name="Text Placeholder 4">
            <a:extLst>
              <a:ext uri="{FF2B5EF4-FFF2-40B4-BE49-F238E27FC236}">
                <a16:creationId xmlns:a16="http://schemas.microsoft.com/office/drawing/2014/main" id="{15622A3A-5288-FDA7-90A3-E9DEF86C4E79}"/>
              </a:ext>
            </a:extLst>
          </p:cNvPr>
          <p:cNvSpPr>
            <a:spLocks noGrp="1"/>
          </p:cNvSpPr>
          <p:nvPr>
            <p:ph type="body" sz="quarter" idx="3"/>
          </p:nvPr>
        </p:nvSpPr>
        <p:spPr>
          <a:xfrm>
            <a:off x="6126480" y="3063720"/>
            <a:ext cx="4480560" cy="731520"/>
          </a:xfrm>
        </p:spPr>
        <p:txBody>
          <a:bodyPr>
            <a:normAutofit/>
          </a:bodyPr>
          <a:lstStyle/>
          <a:p>
            <a:r>
              <a:rPr lang="en-US" b="1"/>
              <a:t>What learners actually need:</a:t>
            </a:r>
          </a:p>
        </p:txBody>
      </p:sp>
      <p:sp>
        <p:nvSpPr>
          <p:cNvPr id="6" name="Content Placeholder 5">
            <a:extLst>
              <a:ext uri="{FF2B5EF4-FFF2-40B4-BE49-F238E27FC236}">
                <a16:creationId xmlns:a16="http://schemas.microsoft.com/office/drawing/2014/main" id="{88AF119C-D257-E0BA-7520-FC64B9773EF5}"/>
              </a:ext>
            </a:extLst>
          </p:cNvPr>
          <p:cNvSpPr>
            <a:spLocks noGrp="1"/>
          </p:cNvSpPr>
          <p:nvPr>
            <p:ph sz="quarter" idx="4"/>
          </p:nvPr>
        </p:nvSpPr>
        <p:spPr>
          <a:xfrm>
            <a:off x="6118198" y="4072963"/>
            <a:ext cx="4488842" cy="2099237"/>
          </a:xfrm>
        </p:spPr>
        <p:txBody>
          <a:bodyPr vert="horz" lIns="91440" tIns="45720" rIns="91440" bIns="45720" rtlCol="0" anchor="t">
            <a:normAutofit lnSpcReduction="10000"/>
          </a:bodyPr>
          <a:lstStyle/>
          <a:p>
            <a:r>
              <a:rPr lang="en-US">
                <a:ea typeface="+mn-lt"/>
                <a:cs typeface="+mn-lt"/>
              </a:rPr>
              <a:t>A reasoning-first approach that builds confidence in problem selection, decomposition, and planning.</a:t>
            </a:r>
          </a:p>
          <a:p>
            <a:r>
              <a:rPr lang="en-US">
                <a:ea typeface="+mn-lt"/>
                <a:cs typeface="+mn-lt"/>
              </a:rPr>
              <a:t>Early support for navigating uncertainty: knowing what to do when you don’t know what to do.</a:t>
            </a:r>
          </a:p>
        </p:txBody>
      </p:sp>
    </p:spTree>
    <p:extLst>
      <p:ext uri="{BB962C8B-B14F-4D97-AF65-F5344CB8AC3E}">
        <p14:creationId xmlns:p14="http://schemas.microsoft.com/office/powerpoint/2010/main" val="8442641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61BCF-CACD-2085-4164-84E2A6193295}"/>
              </a:ext>
            </a:extLst>
          </p:cNvPr>
          <p:cNvSpPr>
            <a:spLocks noGrp="1"/>
          </p:cNvSpPr>
          <p:nvPr>
            <p:ph type="title"/>
          </p:nvPr>
        </p:nvSpPr>
        <p:spPr>
          <a:xfrm>
            <a:off x="1253590" y="365760"/>
            <a:ext cx="8789836" cy="1350409"/>
          </a:xfrm>
        </p:spPr>
        <p:txBody>
          <a:bodyPr>
            <a:normAutofit/>
          </a:bodyPr>
          <a:lstStyle/>
          <a:p>
            <a:pPr algn="ctr"/>
            <a:r>
              <a:rPr lang="en-US">
                <a:ea typeface="+mj-lt"/>
                <a:cs typeface="+mj-lt"/>
              </a:rPr>
              <a:t>Programming is the last step.</a:t>
            </a:r>
            <a:endParaRPr lang="en-US"/>
          </a:p>
        </p:txBody>
      </p:sp>
      <p:graphicFrame>
        <p:nvGraphicFramePr>
          <p:cNvPr id="4" name="Content Placeholder 3">
            <a:extLst>
              <a:ext uri="{FF2B5EF4-FFF2-40B4-BE49-F238E27FC236}">
                <a16:creationId xmlns:a16="http://schemas.microsoft.com/office/drawing/2014/main" id="{EB9C1201-3464-FE5E-8338-7AA3678841DA}"/>
              </a:ext>
            </a:extLst>
          </p:cNvPr>
          <p:cNvGraphicFramePr>
            <a:graphicFrameLocks noGrp="1"/>
          </p:cNvGraphicFramePr>
          <p:nvPr>
            <p:ph idx="1"/>
            <p:extLst>
              <p:ext uri="{D42A27DB-BD31-4B8C-83A1-F6EECF244321}">
                <p14:modId xmlns:p14="http://schemas.microsoft.com/office/powerpoint/2010/main" val="2472629519"/>
              </p:ext>
            </p:extLst>
          </p:nvPr>
        </p:nvGraphicFramePr>
        <p:xfrm>
          <a:off x="1262063" y="2013055"/>
          <a:ext cx="8785735" cy="420147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999139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B41A8-2822-3D2F-3E41-B777A9B8D7D6}"/>
              </a:ext>
            </a:extLst>
          </p:cNvPr>
          <p:cNvSpPr>
            <a:spLocks noGrp="1"/>
          </p:cNvSpPr>
          <p:nvPr>
            <p:ph type="title"/>
          </p:nvPr>
        </p:nvSpPr>
        <p:spPr>
          <a:xfrm>
            <a:off x="6420464" y="539087"/>
            <a:ext cx="4534047" cy="1584895"/>
          </a:xfrm>
        </p:spPr>
        <p:txBody>
          <a:bodyPr>
            <a:normAutofit/>
          </a:bodyPr>
          <a:lstStyle/>
          <a:p>
            <a:r>
              <a:rPr lang="en-US" sz="3100">
                <a:ea typeface="+mj-lt"/>
                <a:cs typeface="+mj-lt"/>
              </a:rPr>
              <a:t>You may have recognized that process from somewhere else…</a:t>
            </a:r>
            <a:endParaRPr lang="en-US"/>
          </a:p>
        </p:txBody>
      </p:sp>
      <p:sp>
        <p:nvSpPr>
          <p:cNvPr id="23" name="Content Placeholder 7">
            <a:extLst>
              <a:ext uri="{FF2B5EF4-FFF2-40B4-BE49-F238E27FC236}">
                <a16:creationId xmlns:a16="http://schemas.microsoft.com/office/drawing/2014/main" id="{C157F2A5-63E1-B956-BD95-BBE257FBC266}"/>
              </a:ext>
            </a:extLst>
          </p:cNvPr>
          <p:cNvSpPr>
            <a:spLocks noGrp="1"/>
          </p:cNvSpPr>
          <p:nvPr>
            <p:ph idx="1"/>
          </p:nvPr>
        </p:nvSpPr>
        <p:spPr>
          <a:xfrm>
            <a:off x="6420463" y="2438399"/>
            <a:ext cx="4572002" cy="3880514"/>
          </a:xfrm>
        </p:spPr>
        <p:txBody>
          <a:bodyPr vert="horz" lIns="91440" tIns="45720" rIns="91440" bIns="45720" rtlCol="0">
            <a:normAutofit/>
          </a:bodyPr>
          <a:lstStyle/>
          <a:p>
            <a:r>
              <a:rPr lang="en-US" sz="1500">
                <a:ea typeface="+mn-lt"/>
                <a:cs typeface="+mn-lt"/>
              </a:rPr>
              <a:t>Observe a real‑world phenomenon and identify something worth understanding or improving.</a:t>
            </a:r>
            <a:endParaRPr lang="en-US" sz="1500"/>
          </a:p>
          <a:p>
            <a:r>
              <a:rPr lang="en-US" sz="1500">
                <a:ea typeface="+mn-lt"/>
                <a:cs typeface="+mn-lt"/>
              </a:rPr>
              <a:t>Ask a clear, testable question that focuses your investigation.</a:t>
            </a:r>
            <a:endParaRPr lang="en-US" sz="1500"/>
          </a:p>
          <a:p>
            <a:r>
              <a:rPr lang="en-US" sz="1500">
                <a:ea typeface="+mn-lt"/>
                <a:cs typeface="+mn-lt"/>
              </a:rPr>
              <a:t>Form a hypothesis — a reasoned guess you can evaluate with evidence.</a:t>
            </a:r>
            <a:endParaRPr lang="en-US" sz="1500"/>
          </a:p>
          <a:p>
            <a:r>
              <a:rPr lang="en-US" sz="1500">
                <a:ea typeface="+mn-lt"/>
                <a:cs typeface="+mn-lt"/>
              </a:rPr>
              <a:t>Run experiments or gather data to test your assumption.</a:t>
            </a:r>
            <a:endParaRPr lang="en-US" sz="1500"/>
          </a:p>
          <a:p>
            <a:r>
              <a:rPr lang="en-US" sz="1500">
                <a:ea typeface="+mn-lt"/>
                <a:cs typeface="+mn-lt"/>
              </a:rPr>
              <a:t>Analyze what actually happened and compare it to what you expected.</a:t>
            </a:r>
            <a:endParaRPr lang="en-US" sz="1500"/>
          </a:p>
          <a:p>
            <a:r>
              <a:rPr lang="en-US" sz="1500">
                <a:ea typeface="+mn-lt"/>
                <a:cs typeface="+mn-lt"/>
              </a:rPr>
              <a:t>Refine your hypothesis or create a new one based on what you learned.</a:t>
            </a:r>
            <a:endParaRPr lang="en-US" sz="1500"/>
          </a:p>
        </p:txBody>
      </p:sp>
      <p:pic>
        <p:nvPicPr>
          <p:cNvPr id="3" name="Picture 2" descr="What Are The Steps Of The Scientific Method?">
            <a:extLst>
              <a:ext uri="{FF2B5EF4-FFF2-40B4-BE49-F238E27FC236}">
                <a16:creationId xmlns:a16="http://schemas.microsoft.com/office/drawing/2014/main" id="{18632C7D-706C-910E-4F3A-FC52CBF48BEA}"/>
              </a:ext>
            </a:extLst>
          </p:cNvPr>
          <p:cNvPicPr>
            <a:picLocks noChangeAspect="1"/>
          </p:cNvPicPr>
          <p:nvPr/>
        </p:nvPicPr>
        <p:blipFill>
          <a:blip r:embed="rId3"/>
          <a:stretch>
            <a:fillRect/>
          </a:stretch>
        </p:blipFill>
        <p:spPr>
          <a:xfrm>
            <a:off x="3313" y="1657"/>
            <a:ext cx="5203134" cy="6879534"/>
          </a:xfrm>
          <a:prstGeom prst="rect">
            <a:avLst/>
          </a:prstGeom>
        </p:spPr>
      </p:pic>
    </p:spTree>
    <p:extLst>
      <p:ext uri="{BB962C8B-B14F-4D97-AF65-F5344CB8AC3E}">
        <p14:creationId xmlns:p14="http://schemas.microsoft.com/office/powerpoint/2010/main" val="831722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B228C-CC13-8A3D-1FAE-E6422AB33F56}"/>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a:solidFill>
                  <a:srgbClr val="FFFFFF"/>
                </a:solidFill>
                <a:latin typeface="+mj-lt"/>
                <a:ea typeface="+mj-ea"/>
                <a:cs typeface="+mj-cs"/>
              </a:rPr>
              <a:t>Humans decide. Machines follow.</a:t>
            </a:r>
          </a:p>
        </p:txBody>
      </p:sp>
      <p:pic>
        <p:nvPicPr>
          <p:cNvPr id="91" name="Content Placeholder 90" descr="Rethinking Human-in-the-Loop for Artificial Augmented Intelligence – The  Berkeley Artificial Intelligence Research Blog">
            <a:extLst>
              <a:ext uri="{FF2B5EF4-FFF2-40B4-BE49-F238E27FC236}">
                <a16:creationId xmlns:a16="http://schemas.microsoft.com/office/drawing/2014/main" id="{43653231-C7F9-3236-4BDB-92D48149387F}"/>
              </a:ext>
            </a:extLst>
          </p:cNvPr>
          <p:cNvPicPr>
            <a:picLocks noGrp="1" noChangeAspect="1"/>
          </p:cNvPicPr>
          <p:nvPr>
            <p:ph idx="1"/>
          </p:nvPr>
        </p:nvPicPr>
        <p:blipFill>
          <a:blip r:embed="rId3"/>
          <a:stretch>
            <a:fillRect/>
          </a:stretch>
        </p:blipFill>
        <p:spPr>
          <a:xfrm>
            <a:off x="4038600" y="1297802"/>
            <a:ext cx="7188199" cy="4259007"/>
          </a:xfrm>
          <a:prstGeom prst="rect">
            <a:avLst/>
          </a:prstGeom>
        </p:spPr>
      </p:pic>
      <p:sp>
        <p:nvSpPr>
          <p:cNvPr id="3" name="TextBox 2">
            <a:extLst>
              <a:ext uri="{FF2B5EF4-FFF2-40B4-BE49-F238E27FC236}">
                <a16:creationId xmlns:a16="http://schemas.microsoft.com/office/drawing/2014/main" id="{4F4111EA-68EA-E3A2-AC0C-E1DE2A5E8A10}"/>
              </a:ext>
            </a:extLst>
          </p:cNvPr>
          <p:cNvSpPr txBox="1"/>
          <p:nvPr/>
        </p:nvSpPr>
        <p:spPr>
          <a:xfrm>
            <a:off x="9306516" y="3889204"/>
            <a:ext cx="167575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But </a:t>
            </a:r>
            <a:r>
              <a:rPr lang="en-US" i="1"/>
              <a:t>adaptive</a:t>
            </a:r>
            <a:r>
              <a:rPr lang="en-US"/>
              <a:t>!</a:t>
            </a:r>
          </a:p>
        </p:txBody>
      </p:sp>
      <p:sp>
        <p:nvSpPr>
          <p:cNvPr id="4" name="TextBox 3">
            <a:extLst>
              <a:ext uri="{FF2B5EF4-FFF2-40B4-BE49-F238E27FC236}">
                <a16:creationId xmlns:a16="http://schemas.microsoft.com/office/drawing/2014/main" id="{127ABC35-941B-3A4C-57A2-18F0E309B5DE}"/>
              </a:ext>
            </a:extLst>
          </p:cNvPr>
          <p:cNvSpPr txBox="1"/>
          <p:nvPr/>
        </p:nvSpPr>
        <p:spPr>
          <a:xfrm>
            <a:off x="4206977" y="3889203"/>
            <a:ext cx="167575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But </a:t>
            </a:r>
            <a:r>
              <a:rPr lang="en-US" i="1"/>
              <a:t>literal</a:t>
            </a:r>
            <a:r>
              <a:rPr lang="en-US"/>
              <a:t>!</a:t>
            </a:r>
          </a:p>
        </p:txBody>
      </p:sp>
      <p:sp>
        <p:nvSpPr>
          <p:cNvPr id="5" name="TextBox 4">
            <a:extLst>
              <a:ext uri="{FF2B5EF4-FFF2-40B4-BE49-F238E27FC236}">
                <a16:creationId xmlns:a16="http://schemas.microsoft.com/office/drawing/2014/main" id="{F926B91C-7931-ACDE-9633-9A3F45412158}"/>
              </a:ext>
            </a:extLst>
          </p:cNvPr>
          <p:cNvSpPr txBox="1"/>
          <p:nvPr/>
        </p:nvSpPr>
        <p:spPr>
          <a:xfrm>
            <a:off x="6365630" y="3241431"/>
            <a:ext cx="2555632" cy="646331"/>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a:t>Ask better questions</a:t>
            </a:r>
          </a:p>
          <a:p>
            <a:pPr algn="ctr"/>
            <a:endParaRPr lang="en-US"/>
          </a:p>
        </p:txBody>
      </p:sp>
    </p:spTree>
    <p:extLst>
      <p:ext uri="{BB962C8B-B14F-4D97-AF65-F5344CB8AC3E}">
        <p14:creationId xmlns:p14="http://schemas.microsoft.com/office/powerpoint/2010/main" val="39986197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E99ED6D-365F-4CAE-942F-ECA78F74BD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CD0FF873-0D97-4AE7-A97E-539910376D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4" name="Content Placeholder 3" descr="A diagram of a conversation&#10;&#10;AI-generated content may be incorrect.">
            <a:extLst>
              <a:ext uri="{FF2B5EF4-FFF2-40B4-BE49-F238E27FC236}">
                <a16:creationId xmlns:a16="http://schemas.microsoft.com/office/drawing/2014/main" id="{1E7D94F9-7D68-274E-04C3-38A882471CA5}"/>
              </a:ext>
            </a:extLst>
          </p:cNvPr>
          <p:cNvPicPr>
            <a:picLocks noGrp="1" noChangeAspect="1"/>
          </p:cNvPicPr>
          <p:nvPr>
            <p:ph idx="1"/>
          </p:nvPr>
        </p:nvPicPr>
        <p:blipFill>
          <a:blip r:embed="rId3"/>
          <a:stretch>
            <a:fillRect/>
          </a:stretch>
        </p:blipFill>
        <p:spPr>
          <a:xfrm>
            <a:off x="1100667" y="743426"/>
            <a:ext cx="9548706" cy="5371147"/>
          </a:xfrm>
          <a:prstGeom prst="rect">
            <a:avLst/>
          </a:prstGeom>
        </p:spPr>
      </p:pic>
    </p:spTree>
    <p:extLst>
      <p:ext uri="{BB962C8B-B14F-4D97-AF65-F5344CB8AC3E}">
        <p14:creationId xmlns:p14="http://schemas.microsoft.com/office/powerpoint/2010/main" val="31987380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99FFC-A3C2-DEC5-5D0A-A32B1A8E7631}"/>
              </a:ext>
            </a:extLst>
          </p:cNvPr>
          <p:cNvSpPr>
            <a:spLocks noGrp="1"/>
          </p:cNvSpPr>
          <p:nvPr>
            <p:ph type="title"/>
          </p:nvPr>
        </p:nvSpPr>
        <p:spPr>
          <a:xfrm>
            <a:off x="1237489" y="566382"/>
            <a:ext cx="4534047" cy="1550284"/>
          </a:xfrm>
        </p:spPr>
        <p:txBody>
          <a:bodyPr vert="horz" lIns="91440" tIns="45720" rIns="91440" bIns="45720" rtlCol="0">
            <a:normAutofit/>
          </a:bodyPr>
          <a:lstStyle/>
          <a:p>
            <a:r>
              <a:rPr lang="en-US" sz="3700"/>
              <a:t>If it doesn’t matter, it won’t stick.</a:t>
            </a:r>
          </a:p>
        </p:txBody>
      </p:sp>
      <p:sp>
        <p:nvSpPr>
          <p:cNvPr id="23" name="Rectangle 22">
            <a:extLst>
              <a:ext uri="{FF2B5EF4-FFF2-40B4-BE49-F238E27FC236}">
                <a16:creationId xmlns:a16="http://schemas.microsoft.com/office/drawing/2014/main" id="{50CF6C96-4596-4D83-A9F9-A3AB22AB4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Content Placeholder 2">
            <a:extLst>
              <a:ext uri="{FF2B5EF4-FFF2-40B4-BE49-F238E27FC236}">
                <a16:creationId xmlns:a16="http://schemas.microsoft.com/office/drawing/2014/main" id="{0E11C0A1-AD40-1F0D-005E-E8C964160702}"/>
              </a:ext>
            </a:extLst>
          </p:cNvPr>
          <p:cNvSpPr>
            <a:spLocks noGrp="1"/>
          </p:cNvSpPr>
          <p:nvPr>
            <p:ph idx="1"/>
          </p:nvPr>
        </p:nvSpPr>
        <p:spPr>
          <a:xfrm>
            <a:off x="1199535" y="2438399"/>
            <a:ext cx="4572002" cy="3853219"/>
          </a:xfrm>
        </p:spPr>
        <p:txBody>
          <a:bodyPr vert="horz" lIns="91440" tIns="45720" rIns="91440" bIns="45720" rtlCol="0" anchor="t">
            <a:normAutofit/>
          </a:bodyPr>
          <a:lstStyle/>
          <a:p>
            <a:pPr marL="342900" indent="-342900"/>
            <a:r>
              <a:rPr lang="en-US"/>
              <a:t>What problem would you willingly work on for 10 hours?</a:t>
            </a:r>
          </a:p>
          <a:p>
            <a:pPr marL="342900" indent="-342900"/>
            <a:r>
              <a:rPr lang="en-US"/>
              <a:t>100 hours??</a:t>
            </a:r>
          </a:p>
          <a:p>
            <a:pPr marL="342900" indent="-342900"/>
            <a:r>
              <a:rPr lang="en-US"/>
              <a:t>A thousand?!</a:t>
            </a:r>
          </a:p>
        </p:txBody>
      </p:sp>
      <p:pic>
        <p:nvPicPr>
          <p:cNvPr id="18" name="Picture 17" descr="https://cdn.britannica.com/65/216665-050-A83A782E/Sisyphus-Titian-1548-49-Prado-Museum-Madrid.jpg">
            <a:extLst>
              <a:ext uri="{FF2B5EF4-FFF2-40B4-BE49-F238E27FC236}">
                <a16:creationId xmlns:a16="http://schemas.microsoft.com/office/drawing/2014/main" id="{FCFC50E7-5876-06E5-E8A2-1F1970239B7C}"/>
              </a:ext>
            </a:extLst>
          </p:cNvPr>
          <p:cNvPicPr>
            <a:picLocks noChangeAspect="1"/>
          </p:cNvPicPr>
          <p:nvPr/>
        </p:nvPicPr>
        <p:blipFill>
          <a:blip r:embed="rId3"/>
          <a:srcRect t="81" r="1" b="620"/>
          <a:stretch>
            <a:fillRect/>
          </a:stretch>
        </p:blipFill>
        <p:spPr>
          <a:xfrm>
            <a:off x="6097181" y="10"/>
            <a:ext cx="6094819" cy="6857990"/>
          </a:xfrm>
          <a:prstGeom prst="rect">
            <a:avLst/>
          </a:prstGeom>
        </p:spPr>
      </p:pic>
    </p:spTree>
    <p:extLst>
      <p:ext uri="{BB962C8B-B14F-4D97-AF65-F5344CB8AC3E}">
        <p14:creationId xmlns:p14="http://schemas.microsoft.com/office/powerpoint/2010/main" val="20539053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D249E-046E-C71F-6B96-F06CA0AE7ADE}"/>
              </a:ext>
            </a:extLst>
          </p:cNvPr>
          <p:cNvSpPr>
            <a:spLocks noGrp="1"/>
          </p:cNvSpPr>
          <p:nvPr>
            <p:ph type="title"/>
          </p:nvPr>
        </p:nvSpPr>
        <p:spPr>
          <a:xfrm>
            <a:off x="1237489" y="640080"/>
            <a:ext cx="3075836" cy="1325562"/>
          </a:xfrm>
        </p:spPr>
        <p:txBody>
          <a:bodyPr vert="horz" lIns="91440" tIns="45720" rIns="91440" bIns="45720" rtlCol="0" anchor="ctr">
            <a:normAutofit/>
          </a:bodyPr>
          <a:lstStyle/>
          <a:p>
            <a:pPr algn="ctr"/>
            <a:r>
              <a:rPr lang="en-US" b="1">
                <a:ea typeface="+mj-lt"/>
                <a:cs typeface="+mj-lt"/>
              </a:rPr>
              <a:t>Noblesse Oblige</a:t>
            </a:r>
            <a:endParaRPr lang="en-US" sz="5400"/>
          </a:p>
        </p:txBody>
      </p:sp>
      <p:sp>
        <p:nvSpPr>
          <p:cNvPr id="14" name="Rectangle 13">
            <a:extLst>
              <a:ext uri="{FF2B5EF4-FFF2-40B4-BE49-F238E27FC236}">
                <a16:creationId xmlns:a16="http://schemas.microsoft.com/office/drawing/2014/main" id="{0B67D982-25C5-4CC2-AA64-276BE3B2CA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descr="3D rendering of game pieces tied together with a rope">
            <a:extLst>
              <a:ext uri="{FF2B5EF4-FFF2-40B4-BE49-F238E27FC236}">
                <a16:creationId xmlns:a16="http://schemas.microsoft.com/office/drawing/2014/main" id="{53079D09-752D-99E9-A113-75D777D2F870}"/>
              </a:ext>
            </a:extLst>
          </p:cNvPr>
          <p:cNvPicPr>
            <a:picLocks noChangeAspect="1"/>
          </p:cNvPicPr>
          <p:nvPr/>
        </p:nvPicPr>
        <p:blipFill>
          <a:blip r:embed="rId3"/>
          <a:srcRect r="17400"/>
          <a:stretch>
            <a:fillRect/>
          </a:stretch>
        </p:blipFill>
        <p:spPr>
          <a:xfrm>
            <a:off x="4639057" y="10"/>
            <a:ext cx="7552944" cy="6857990"/>
          </a:xfrm>
          <a:prstGeom prst="rect">
            <a:avLst/>
          </a:prstGeom>
        </p:spPr>
      </p:pic>
      <p:graphicFrame>
        <p:nvGraphicFramePr>
          <p:cNvPr id="4" name="Diagram 3">
            <a:extLst>
              <a:ext uri="{FF2B5EF4-FFF2-40B4-BE49-F238E27FC236}">
                <a16:creationId xmlns:a16="http://schemas.microsoft.com/office/drawing/2014/main" id="{19CA82DC-06C9-74B9-2D59-6F2BCFEC17CD}"/>
              </a:ext>
            </a:extLst>
          </p:cNvPr>
          <p:cNvGraphicFramePr/>
          <p:nvPr>
            <p:extLst>
              <p:ext uri="{D42A27DB-BD31-4B8C-83A1-F6EECF244321}">
                <p14:modId xmlns:p14="http://schemas.microsoft.com/office/powerpoint/2010/main" val="2135155193"/>
              </p:ext>
            </p:extLst>
          </p:nvPr>
        </p:nvGraphicFramePr>
        <p:xfrm>
          <a:off x="1237489" y="2301555"/>
          <a:ext cx="3075836" cy="387858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015489200"/>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9</Slides>
  <Notes>9</Notes>
  <HiddenSlides>0</HiddenSlide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View</vt:lpstr>
      <vt:lpstr>You Were Never "Bad" at Programming</vt:lpstr>
      <vt:lpstr>Where do you feel "stuck" right now?</vt:lpstr>
      <vt:lpstr>The deficiencies of traditional learning when attempting to teach programming:</vt:lpstr>
      <vt:lpstr>Programming is the last step.</vt:lpstr>
      <vt:lpstr>You may have recognized that process from somewhere else…</vt:lpstr>
      <vt:lpstr>Humans decide. Machines follow.</vt:lpstr>
      <vt:lpstr>PowerPoint Presentation</vt:lpstr>
      <vt:lpstr>If it doesn’t matter, it won’t stick.</vt:lpstr>
      <vt:lpstr>Noblesse Oblige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cp:revision>
  <dcterms:created xsi:type="dcterms:W3CDTF">2026-01-22T17:36:35Z</dcterms:created>
  <dcterms:modified xsi:type="dcterms:W3CDTF">2026-01-24T00:05:51Z</dcterms:modified>
</cp:coreProperties>
</file>